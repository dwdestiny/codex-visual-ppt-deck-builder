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w/Desktop/codex-visual-ppt-deck-builder/effect-tests/multi-style-pptx-v2/assets/background-editorial-magaz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640080"/>
            <a:ext cx="4773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9D33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pPr indent="0" marL="0">
              <a:buNone/>
            </a:pPr>
            <a:r>
              <a:rPr lang="en-US" sz="2700" b="1" dirty="0">
                <a:solidFill>
                  <a:srgbClr val="F5EF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AI 内容商业观察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94944" y="1408176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8B8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从流量实验到组织叙事能力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86384" y="239572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9D33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680" dirty="0"/>
          </a:p>
        </p:txBody>
      </p:sp>
      <p:sp>
        <p:nvSpPr>
          <p:cNvPr id="6" name="Text 3"/>
          <p:cNvSpPr/>
          <p:nvPr/>
        </p:nvSpPr>
        <p:spPr>
          <a:xfrm>
            <a:off x="1225296" y="2359152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5EF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内容团队开始从数量转向质量结构</a:t>
            </a:r>
            <a:endParaRPr lang="en-US" sz="1120" dirty="0"/>
          </a:p>
        </p:txBody>
      </p:sp>
      <p:sp>
        <p:nvSpPr>
          <p:cNvPr id="7" name="Text 4"/>
          <p:cNvSpPr/>
          <p:nvPr/>
        </p:nvSpPr>
        <p:spPr>
          <a:xfrm>
            <a:off x="1225296" y="2642616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7BB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不只是提高产量，更重要的是把选题、资料、审稿和复盘变成稳定流程。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786384" y="301752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8B8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1225296" y="2980944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5EF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品牌叙事需要更强的证据密度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1225296" y="326440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7BB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用户对空泛表达的耐心下降，观点、案例、数据和视觉节奏必须同时成立。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786384" y="363931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F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225296" y="3602736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5EF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高质量素材库会成为复利资产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1225296" y="3886200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7BB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可复用图片、图表和页面模块让内容从单篇发布升级为长期运营。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6400800" y="932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5EF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内容资产复利指数</a:t>
            </a:r>
            <a:endParaRPr lang="en-US" sz="1140" dirty="0"/>
          </a:p>
        </p:txBody>
      </p:sp>
      <p:sp>
        <p:nvSpPr>
          <p:cNvPr id="15" name="Shape 12"/>
          <p:cNvSpPr/>
          <p:nvPr/>
        </p:nvSpPr>
        <p:spPr>
          <a:xfrm>
            <a:off x="7132320" y="1645920"/>
            <a:ext cx="1445666" cy="146304"/>
          </a:xfrm>
          <a:prstGeom prst="rect">
            <a:avLst/>
          </a:prstGeom>
          <a:solidFill>
            <a:srgbClr val="9D3340">
              <a:alpha val="92000"/>
            </a:srgbClr>
          </a:solidFill>
          <a:ln w="12700">
            <a:solidFill>
              <a:srgbClr val="9D334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51138" y="16093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53328" y="161848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 / 池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7132320" y="2029968"/>
            <a:ext cx="1785823" cy="146304"/>
          </a:xfrm>
          <a:prstGeom prst="rect">
            <a:avLst/>
          </a:prstGeom>
          <a:solidFill>
            <a:srgbClr val="C45F54">
              <a:alpha val="92000"/>
            </a:srgbClr>
          </a:solidFill>
          <a:ln w="12700">
            <a:solidFill>
              <a:srgbClr val="C45F54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91295" y="19933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053328" y="200253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 / 库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7132320" y="2414016"/>
            <a:ext cx="2239366" cy="146304"/>
          </a:xfrm>
          <a:prstGeom prst="rect">
            <a:avLst/>
          </a:prstGeom>
          <a:solidFill>
            <a:srgbClr val="D8B889">
              <a:alpha val="92000"/>
            </a:srgbClr>
          </a:solidFill>
          <a:ln w="12700">
            <a:solidFill>
              <a:srgbClr val="D8B889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44838" y="237744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79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053328" y="238658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 / 资产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132320" y="2798064"/>
            <a:ext cx="2551176" cy="146304"/>
          </a:xfrm>
          <a:prstGeom prst="rect">
            <a:avLst/>
          </a:prstGeom>
          <a:solidFill>
            <a:srgbClr val="6F7E8B">
              <a:alpha val="92000"/>
            </a:srgbClr>
          </a:solidFill>
          <a:ln w="12700">
            <a:solidFill>
              <a:srgbClr val="6F7E8B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56648" y="27614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053328" y="2770632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2B27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 / 机制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053328" y="3666744"/>
            <a:ext cx="4315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756B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示例数据，仅用于视觉样张</a:t>
            </a:r>
            <a:endParaRPr lang="en-US" sz="520" dirty="0"/>
          </a:p>
        </p:txBody>
      </p:sp>
      <p:sp>
        <p:nvSpPr>
          <p:cNvPr id="28" name="Text 25"/>
          <p:cNvSpPr/>
          <p:nvPr/>
        </p:nvSpPr>
        <p:spPr>
          <a:xfrm>
            <a:off x="6931152" y="4956048"/>
            <a:ext cx="110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D8B8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57%</a:t>
            </a:r>
            <a:endParaRPr lang="en-US" sz="1750" dirty="0"/>
          </a:p>
        </p:txBody>
      </p:sp>
      <p:sp>
        <p:nvSpPr>
          <p:cNvPr id="29" name="Text 26"/>
          <p:cNvSpPr/>
          <p:nvPr/>
        </p:nvSpPr>
        <p:spPr>
          <a:xfrm>
            <a:off x="6931152" y="5340096"/>
            <a:ext cx="105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D8CFC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选题复用</a:t>
            </a:r>
            <a:endParaRPr lang="en-US" sz="680" dirty="0"/>
          </a:p>
        </p:txBody>
      </p:sp>
      <p:sp>
        <p:nvSpPr>
          <p:cNvPr id="30" name="Text 27"/>
          <p:cNvSpPr/>
          <p:nvPr/>
        </p:nvSpPr>
        <p:spPr>
          <a:xfrm>
            <a:off x="8150352" y="4956048"/>
            <a:ext cx="110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5EF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2.8x</a:t>
            </a:r>
            <a:endParaRPr lang="en-US" sz="1750" dirty="0"/>
          </a:p>
        </p:txBody>
      </p:sp>
      <p:sp>
        <p:nvSpPr>
          <p:cNvPr id="31" name="Text 28"/>
          <p:cNvSpPr/>
          <p:nvPr/>
        </p:nvSpPr>
        <p:spPr>
          <a:xfrm>
            <a:off x="8150352" y="5340096"/>
            <a:ext cx="105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D8CFC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审稿提速</a:t>
            </a:r>
            <a:endParaRPr lang="en-US" sz="680" dirty="0"/>
          </a:p>
        </p:txBody>
      </p:sp>
      <p:sp>
        <p:nvSpPr>
          <p:cNvPr id="32" name="Text 29"/>
          <p:cNvSpPr/>
          <p:nvPr/>
        </p:nvSpPr>
        <p:spPr>
          <a:xfrm>
            <a:off x="9369552" y="4956048"/>
            <a:ext cx="110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9D33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750" dirty="0"/>
          </a:p>
        </p:txBody>
      </p:sp>
      <p:sp>
        <p:nvSpPr>
          <p:cNvPr id="33" name="Text 30"/>
          <p:cNvSpPr/>
          <p:nvPr/>
        </p:nvSpPr>
        <p:spPr>
          <a:xfrm>
            <a:off x="9369552" y="5340096"/>
            <a:ext cx="105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D8CFC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内容复利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BB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1/1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内容商业观察</dc:title>
  <dc:subject>从流量实验到组织叙事能力</dc:subject>
  <dc:creator>Codex</dc:creator>
  <cp:lastModifiedBy>Codex</cp:lastModifiedBy>
  <cp:revision>1</cp:revision>
  <dcterms:created xsi:type="dcterms:W3CDTF">2026-05-07T14:34:36Z</dcterms:created>
  <dcterms:modified xsi:type="dcterms:W3CDTF">2026-05-07T14:34:36Z</dcterms:modified>
</cp:coreProperties>
</file>