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multi-style-pptx-v2/assets/background-oriental-heri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7840" y="713232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B8201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</a:t>
            </a:r>
            <a:pPr indent="0" marL="0">
              <a:buNone/>
            </a:pPr>
            <a:r>
              <a:rPr lang="en-US" sz="255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 东方品牌数字化观察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596128" y="137160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7A362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传统文化资产进入内容产品化阶段</a:t>
            </a:r>
            <a:endParaRPr lang="en-US" sz="1160" dirty="0"/>
          </a:p>
        </p:txBody>
      </p:sp>
      <p:sp>
        <p:nvSpPr>
          <p:cNvPr id="5" name="Shape 2"/>
          <p:cNvSpPr/>
          <p:nvPr/>
        </p:nvSpPr>
        <p:spPr>
          <a:xfrm>
            <a:off x="786384" y="1828800"/>
            <a:ext cx="0" cy="2377440"/>
          </a:xfrm>
          <a:prstGeom prst="line">
            <a:avLst/>
          </a:prstGeom>
          <a:noFill/>
          <a:ln w="12700">
            <a:solidFill>
              <a:srgbClr val="B8201A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" y="18105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201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87552" y="196596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文化表达从符号转向体系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987552" y="2761488"/>
            <a:ext cx="8412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58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水墨、器物、纹样和叙事需要统一成可复用的品牌语法，而不是一次性装饰。</a:t>
            </a:r>
            <a:endParaRPr lang="en-US" sz="720" dirty="0"/>
          </a:p>
        </p:txBody>
      </p:sp>
      <p:sp>
        <p:nvSpPr>
          <p:cNvPr id="9" name="Shape 6"/>
          <p:cNvSpPr/>
          <p:nvPr/>
        </p:nvSpPr>
        <p:spPr>
          <a:xfrm>
            <a:off x="1911096" y="1828800"/>
            <a:ext cx="0" cy="2377440"/>
          </a:xfrm>
          <a:prstGeom prst="line">
            <a:avLst/>
          </a:prstGeom>
          <a:noFill/>
          <a:ln w="12700">
            <a:solidFill>
              <a:srgbClr val="B88A3B">
                <a:alpha val="6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01368" y="18105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8A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112264" y="196596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内容资产成为增长入口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2112264" y="2761488"/>
            <a:ext cx="8412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58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短视频、直播、社群和线下空间会共同放大品牌故事的持续触达。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3035808" y="1828800"/>
            <a:ext cx="0" cy="2377440"/>
          </a:xfrm>
          <a:prstGeom prst="line">
            <a:avLst/>
          </a:prstGeom>
          <a:noFill/>
          <a:ln w="12700">
            <a:solidFill>
              <a:srgbClr val="1D1D1B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8105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1D1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36976" y="196596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年轻用户更关注真实质感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3236976" y="2761488"/>
            <a:ext cx="8412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6584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真正有辨识度的东方美学，需要在现代商业信息里保留克制与层次。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914400" y="4992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东方品牌内容资产指数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58718" y="5082601"/>
            <a:ext cx="1394460" cy="-61448"/>
          </a:xfrm>
          <a:prstGeom prst="line">
            <a:avLst/>
          </a:prstGeom>
          <a:noFill/>
          <a:ln w="12700">
            <a:solidFill>
              <a:srgbClr val="B8201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53178" y="5021153"/>
            <a:ext cx="1394460" cy="-30724"/>
          </a:xfrm>
          <a:prstGeom prst="line">
            <a:avLst/>
          </a:prstGeom>
          <a:noFill/>
          <a:ln w="12700">
            <a:solidFill>
              <a:srgbClr val="B820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7638" y="4990429"/>
            <a:ext cx="1394460" cy="-53767"/>
          </a:xfrm>
          <a:prstGeom prst="line">
            <a:avLst/>
          </a:prstGeom>
          <a:noFill/>
          <a:ln w="12700">
            <a:solidFill>
              <a:srgbClr val="B820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76422" y="5000305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20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57550" y="4753417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48</a:t>
            </a:r>
            <a:endParaRPr lang="en-US" sz="740" dirty="0"/>
          </a:p>
        </p:txBody>
      </p:sp>
      <p:sp>
        <p:nvSpPr>
          <p:cNvPr id="23" name="Text 20"/>
          <p:cNvSpPr/>
          <p:nvPr/>
        </p:nvSpPr>
        <p:spPr>
          <a:xfrm>
            <a:off x="3092958" y="5394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符号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识别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4770882" y="4938857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1D1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52010" y="4691969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64</a:t>
            </a:r>
            <a:endParaRPr lang="en-US" sz="740" dirty="0"/>
          </a:p>
        </p:txBody>
      </p:sp>
      <p:sp>
        <p:nvSpPr>
          <p:cNvPr id="26" name="Text 23"/>
          <p:cNvSpPr/>
          <p:nvPr/>
        </p:nvSpPr>
        <p:spPr>
          <a:xfrm>
            <a:off x="4487418" y="5394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故事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表达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6165342" y="4908133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4F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46470" y="4661245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72</a:t>
            </a:r>
            <a:endParaRPr lang="en-US" sz="740" dirty="0"/>
          </a:p>
        </p:txBody>
      </p:sp>
      <p:sp>
        <p:nvSpPr>
          <p:cNvPr id="29" name="Text 26"/>
          <p:cNvSpPr/>
          <p:nvPr/>
        </p:nvSpPr>
        <p:spPr>
          <a:xfrm>
            <a:off x="5881878" y="5394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产品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转化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7559802" y="4854367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8A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40930" y="4607479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11A1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86</a:t>
            </a:r>
            <a:endParaRPr lang="en-US" sz="740" dirty="0"/>
          </a:p>
        </p:txBody>
      </p:sp>
      <p:sp>
        <p:nvSpPr>
          <p:cNvPr id="32" name="Text 29"/>
          <p:cNvSpPr/>
          <p:nvPr/>
        </p:nvSpPr>
        <p:spPr>
          <a:xfrm>
            <a:off x="7276338" y="5394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社群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145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沉淀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761488" y="5724144"/>
            <a:ext cx="5577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" dirty="0">
                <a:solidFill>
                  <a:srgbClr val="8A7A6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示例数据，仅用于视觉样张</a:t>
            </a:r>
            <a:endParaRPr lang="en-US" sz="520" dirty="0"/>
          </a:p>
        </p:txBody>
      </p:sp>
      <p:sp>
        <p:nvSpPr>
          <p:cNvPr id="34" name="Text 31"/>
          <p:cNvSpPr/>
          <p:nvPr/>
        </p:nvSpPr>
        <p:spPr>
          <a:xfrm>
            <a:off x="9015984" y="19019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B8201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42%</a:t>
            </a:r>
            <a:endParaRPr lang="en-US" sz="1540" dirty="0"/>
          </a:p>
        </p:txBody>
      </p:sp>
      <p:sp>
        <p:nvSpPr>
          <p:cNvPr id="35" name="Text 32"/>
          <p:cNvSpPr/>
          <p:nvPr/>
        </p:nvSpPr>
        <p:spPr>
          <a:xfrm>
            <a:off x="9015984" y="22311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4F4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内容复用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9015984" y="25968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1D1D1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3.2x</a:t>
            </a:r>
            <a:endParaRPr lang="en-US" sz="1540" dirty="0"/>
          </a:p>
        </p:txBody>
      </p:sp>
      <p:sp>
        <p:nvSpPr>
          <p:cNvPr id="37" name="Text 34"/>
          <p:cNvSpPr/>
          <p:nvPr/>
        </p:nvSpPr>
        <p:spPr>
          <a:xfrm>
            <a:off x="9015984" y="292608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4F4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触点扩展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9015984" y="32918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b="1" dirty="0">
                <a:solidFill>
                  <a:srgbClr val="B88A3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2026</a:t>
            </a:r>
            <a:endParaRPr lang="en-US" sz="1540" dirty="0"/>
          </a:p>
        </p:txBody>
      </p:sp>
      <p:sp>
        <p:nvSpPr>
          <p:cNvPr id="39" name="Text 36"/>
          <p:cNvSpPr/>
          <p:nvPr/>
        </p:nvSpPr>
        <p:spPr>
          <a:xfrm>
            <a:off x="9015984" y="362102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B4F46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品牌焕新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625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ng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东方品牌数字化观察</dc:title>
  <dc:subject>传统文化资产进入内容产品化阶段</dc:subject>
  <dc:creator>Codex</dc:creator>
  <cp:lastModifiedBy>Codex</cp:lastModifiedBy>
  <cp:revision>1</cp:revision>
  <dcterms:created xsi:type="dcterms:W3CDTF">2026-05-07T14:34:36Z</dcterms:created>
  <dcterms:modified xsi:type="dcterms:W3CDTF">2026-05-07T14:34:36Z</dcterms:modified>
</cp:coreProperties>
</file>