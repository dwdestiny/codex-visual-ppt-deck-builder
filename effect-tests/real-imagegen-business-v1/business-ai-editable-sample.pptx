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w/Desktop/codex-visual-ppt-deck-builder/effect-tests/real-imagegen-business-v1/assets/background-business-ai-re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94944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B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pPr indent="0" marL="0">
              <a:buNone/>
            </a:pPr>
            <a:r>
              <a:rPr lang="en-US" sz="260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AI 应用趋势调研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49808" y="139903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从工具试点到组织级智能化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9808" y="1956816"/>
            <a:ext cx="420624" cy="420624"/>
          </a:xfrm>
          <a:prstGeom prst="ellipse">
            <a:avLst/>
          </a:prstGeom>
          <a:solidFill>
            <a:srgbClr val="2BD3FF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206654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1408176" y="19568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应用从单点工具转向业务流程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08176" y="226771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B8C8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开始进入客服、营销、研发、知识库等连续链路，价值不再停留在个人提效。</a:t>
            </a:r>
            <a:endParaRPr lang="en-US" sz="940" dirty="0"/>
          </a:p>
        </p:txBody>
      </p:sp>
      <p:sp>
        <p:nvSpPr>
          <p:cNvPr id="9" name="Shape 6"/>
          <p:cNvSpPr/>
          <p:nvPr/>
        </p:nvSpPr>
        <p:spPr>
          <a:xfrm>
            <a:off x="749808" y="2633472"/>
            <a:ext cx="420624" cy="420624"/>
          </a:xfrm>
          <a:prstGeom prst="ellipse">
            <a:avLst/>
          </a:prstGeom>
          <a:solidFill>
            <a:srgbClr val="8D6BFF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743200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1408176" y="263347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数据与治理成为商业化分水岭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08176" y="294436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B8C8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权限、审查、知识沉淀和指标口径决定 AI 能否被稳定复制到更多团队。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749808" y="3310128"/>
            <a:ext cx="420624" cy="420624"/>
          </a:xfrm>
          <a:prstGeom prst="ellipse">
            <a:avLst/>
          </a:prstGeom>
          <a:solidFill>
            <a:srgbClr val="16E0B3">
              <a:alpha val="92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3419856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1408176" y="331012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管理层关注从热度转向回报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08176" y="362102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B8C8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年的关键问题会变成周期缩短、质量稳定和组织学习速度。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365760" y="4782312"/>
            <a:ext cx="5367528" cy="0"/>
          </a:xfrm>
          <a:prstGeom prst="line">
            <a:avLst/>
          </a:prstGeom>
          <a:noFill/>
          <a:ln w="12700">
            <a:solidFill>
              <a:srgbClr val="456B9D">
                <a:alpha val="5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010912"/>
            <a:ext cx="1331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68%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822960" y="5422392"/>
            <a:ext cx="1331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8E6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流程嵌入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1411224" y="5678424"/>
            <a:ext cx="292608" cy="292608"/>
          </a:xfrm>
          <a:prstGeom prst="ellipse">
            <a:avLst/>
          </a:prstGeom>
          <a:solidFill>
            <a:srgbClr val="2BD3FF">
              <a:alpha val="42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82368" y="5065776"/>
            <a:ext cx="0" cy="749808"/>
          </a:xfrm>
          <a:prstGeom prst="line">
            <a:avLst/>
          </a:prstGeom>
          <a:noFill/>
          <a:ln w="12700">
            <a:solidFill>
              <a:srgbClr val="456B9D">
                <a:alpha val="4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92096" y="5010912"/>
            <a:ext cx="1331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D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2.4x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2292096" y="5422392"/>
            <a:ext cx="1331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8E6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协同提效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2880360" y="5678424"/>
            <a:ext cx="292608" cy="292608"/>
          </a:xfrm>
          <a:prstGeom prst="ellipse">
            <a:avLst/>
          </a:prstGeom>
          <a:solidFill>
            <a:srgbClr val="8D6BFF">
              <a:alpha val="42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1504" y="5065776"/>
            <a:ext cx="0" cy="749808"/>
          </a:xfrm>
          <a:prstGeom prst="line">
            <a:avLst/>
          </a:prstGeom>
          <a:noFill/>
          <a:ln w="12700">
            <a:solidFill>
              <a:srgbClr val="456B9D">
                <a:alpha val="4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61232" y="5010912"/>
            <a:ext cx="1331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E0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3761232" y="5422392"/>
            <a:ext cx="1331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8E6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规模窗口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4349496" y="5678424"/>
            <a:ext cx="292608" cy="292608"/>
          </a:xfrm>
          <a:prstGeom prst="ellipse">
            <a:avLst/>
          </a:prstGeom>
          <a:solidFill>
            <a:srgbClr val="16E0B3">
              <a:alpha val="42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72784" y="96926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 AI 应用成熟度指数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272784" y="1353312"/>
            <a:ext cx="292608" cy="0"/>
          </a:xfrm>
          <a:prstGeom prst="line">
            <a:avLst/>
          </a:prstGeom>
          <a:noFill/>
          <a:ln w="12700">
            <a:solidFill>
              <a:srgbClr val="2BD3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92240" y="4270248"/>
            <a:ext cx="3721608" cy="0"/>
          </a:xfrm>
          <a:prstGeom prst="line">
            <a:avLst/>
          </a:prstGeom>
          <a:noFill/>
          <a:ln w="12700">
            <a:solidFill>
              <a:srgbClr val="456B9D">
                <a:alpha val="9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63056" y="420624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9BE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492240" y="3646170"/>
            <a:ext cx="3721608" cy="0"/>
          </a:xfrm>
          <a:prstGeom prst="line">
            <a:avLst/>
          </a:prstGeom>
          <a:noFill/>
          <a:ln w="12700">
            <a:solidFill>
              <a:srgbClr val="456B9D">
                <a:alpha val="48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63056" y="358216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9BE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6492240" y="3022092"/>
            <a:ext cx="3721608" cy="0"/>
          </a:xfrm>
          <a:prstGeom prst="line">
            <a:avLst/>
          </a:prstGeom>
          <a:noFill/>
          <a:ln w="12700">
            <a:solidFill>
              <a:srgbClr val="456B9D">
                <a:alpha val="48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63056" y="295808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9BE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6492240" y="2398014"/>
            <a:ext cx="3721608" cy="0"/>
          </a:xfrm>
          <a:prstGeom prst="line">
            <a:avLst/>
          </a:prstGeom>
          <a:noFill/>
          <a:ln w="12700">
            <a:solidFill>
              <a:srgbClr val="456B9D">
                <a:alpha val="48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63056" y="233400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9BE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6492240" y="1773936"/>
            <a:ext cx="3721608" cy="0"/>
          </a:xfrm>
          <a:prstGeom prst="line">
            <a:avLst/>
          </a:prstGeom>
          <a:noFill/>
          <a:ln w="12700">
            <a:solidFill>
              <a:srgbClr val="456B9D">
                <a:alpha val="48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63056" y="170992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A9BE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6791043" y="3001244"/>
            <a:ext cx="332796" cy="1269004"/>
          </a:xfrm>
          <a:prstGeom prst="rect">
            <a:avLst/>
          </a:prstGeom>
          <a:solidFill>
            <a:srgbClr val="2BD3FF">
              <a:alpha val="92000"/>
            </a:srgbClr>
          </a:solidFill>
          <a:ln w="12700">
            <a:solidFill>
              <a:srgbClr val="2BD3FF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81315" y="2763500"/>
            <a:ext cx="5522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519672" y="4398264"/>
            <a:ext cx="875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7721445" y="2672243"/>
            <a:ext cx="332796" cy="1598005"/>
          </a:xfrm>
          <a:prstGeom prst="rect">
            <a:avLst/>
          </a:prstGeom>
          <a:solidFill>
            <a:srgbClr val="4E8DFF">
              <a:alpha val="92000"/>
            </a:srgbClr>
          </a:solidFill>
          <a:ln w="12700">
            <a:solidFill>
              <a:srgbClr val="4E8DFF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611717" y="2434499"/>
            <a:ext cx="5522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450074" y="4398264"/>
            <a:ext cx="875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8651847" y="2484242"/>
            <a:ext cx="332796" cy="1786006"/>
          </a:xfrm>
          <a:prstGeom prst="rect">
            <a:avLst/>
          </a:prstGeom>
          <a:solidFill>
            <a:srgbClr val="8D6BFF">
              <a:alpha val="92000"/>
            </a:srgbClr>
          </a:solidFill>
          <a:ln w="12700">
            <a:solidFill>
              <a:srgbClr val="8D6BFF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542119" y="2246498"/>
            <a:ext cx="5522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76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380476" y="4398264"/>
            <a:ext cx="875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9582249" y="2131741"/>
            <a:ext cx="332796" cy="2138507"/>
          </a:xfrm>
          <a:prstGeom prst="rect">
            <a:avLst/>
          </a:prstGeom>
          <a:solidFill>
            <a:srgbClr val="16E0B3">
              <a:alpha val="92000"/>
            </a:srgbClr>
          </a:solidFill>
          <a:ln w="12700">
            <a:solidFill>
              <a:srgbClr val="16E0B3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472521" y="1893997"/>
            <a:ext cx="5522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91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310878" y="4398264"/>
            <a:ext cx="875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957441" y="3147548"/>
            <a:ext cx="930402" cy="-329001"/>
          </a:xfrm>
          <a:prstGeom prst="line">
            <a:avLst/>
          </a:prstGeom>
          <a:noFill/>
          <a:ln w="12700">
            <a:solidFill>
              <a:srgbClr val="2BD3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887843" y="2818547"/>
            <a:ext cx="930402" cy="-188001"/>
          </a:xfrm>
          <a:prstGeom prst="line">
            <a:avLst/>
          </a:prstGeom>
          <a:noFill/>
          <a:ln w="12700">
            <a:solidFill>
              <a:srgbClr val="2BD3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18245" y="2630546"/>
            <a:ext cx="930402" cy="-352501"/>
          </a:xfrm>
          <a:prstGeom prst="line">
            <a:avLst/>
          </a:prstGeom>
          <a:noFill/>
          <a:ln w="12700">
            <a:solidFill>
              <a:srgbClr val="2BD3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902577" y="309268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D3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832979" y="2763683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D3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763381" y="257568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D3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693783" y="2223181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BD3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976872" y="4800600"/>
            <a:ext cx="3401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8EA6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示例数据，仅用于视觉样张</a:t>
            </a:r>
            <a:endParaRPr lang="en-US" sz="580" dirty="0"/>
          </a:p>
        </p:txBody>
      </p:sp>
      <p:sp>
        <p:nvSpPr>
          <p:cNvPr id="61" name="Text 58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F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1/1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</dc:title>
  <dc:subject>企业级智能化进入规模落地窗口</dc:subject>
  <dc:creator>Codex</dc:creator>
  <cp:lastModifiedBy>Codex</cp:lastModifiedBy>
  <cp:revision>1</cp:revision>
  <dcterms:created xsi:type="dcterms:W3CDTF">2026-05-07T12:02:10Z</dcterms:created>
  <dcterms:modified xsi:type="dcterms:W3CDTF">2026-05-07T12:02:10Z</dcterms:modified>
</cp:coreProperties>
</file>