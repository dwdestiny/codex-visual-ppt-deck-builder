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ppt-deck-builder/effect-tests/style-library-v1/assets/background-saas-prod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12064" y="676656"/>
            <a:ext cx="384048" cy="0"/>
          </a:xfrm>
          <a:prstGeom prst="line">
            <a:avLst/>
          </a:prstGeom>
          <a:noFill/>
          <a:ln w="17780">
            <a:solidFill>
              <a:srgbClr val="2563EB">
                <a:alpha val="92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985248" y="5577840"/>
            <a:ext cx="73152" cy="7315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168128" y="5577840"/>
            <a:ext cx="73152" cy="7315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402336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PRODUCT STRATEGY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8368" y="749808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10" name="Text 7"/>
          <p:cNvSpPr/>
          <p:nvPr/>
        </p:nvSpPr>
        <p:spPr>
          <a:xfrm>
            <a:off x="694944" y="148132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2563E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产品增长方案样张</a:t>
            </a:r>
            <a:endParaRPr lang="en-US" sz="1020" dirty="0"/>
          </a:p>
        </p:txBody>
      </p:sp>
      <p:sp>
        <p:nvSpPr>
          <p:cNvPr id="11" name="Shape 8"/>
          <p:cNvSpPr/>
          <p:nvPr/>
        </p:nvSpPr>
        <p:spPr>
          <a:xfrm>
            <a:off x="768096" y="1938528"/>
            <a:ext cx="4160520" cy="0"/>
          </a:xfrm>
          <a:prstGeom prst="line">
            <a:avLst/>
          </a:prstGeom>
          <a:noFill/>
          <a:ln w="15240">
            <a:solidFill>
              <a:srgbClr val="2563EB">
                <a:alpha val="65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" y="21214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产品价值</a:t>
            </a:r>
            <a:endParaRPr lang="en-US" sz="1280" dirty="0"/>
          </a:p>
        </p:txBody>
      </p:sp>
      <p:sp>
        <p:nvSpPr>
          <p:cNvPr id="13" name="Text 10"/>
          <p:cNvSpPr/>
          <p:nvPr/>
        </p:nvSpPr>
        <p:spPr>
          <a:xfrm>
            <a:off x="768096" y="2624328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SaaS 型 AI 产品要把能力说成用户可感知的流程收益，而不是堆模型参数和功能清单。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786384" y="3419856"/>
            <a:ext cx="73152" cy="7315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50976" y="3364992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缩短上手路径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786384" y="3712464"/>
            <a:ext cx="73152" cy="7315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50976" y="3657600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提高协作效率</a:t>
            </a:r>
            <a:endParaRPr lang="en-US" sz="820" dirty="0"/>
          </a:p>
        </p:txBody>
      </p:sp>
      <p:sp>
        <p:nvSpPr>
          <p:cNvPr id="18" name="Shape 15"/>
          <p:cNvSpPr/>
          <p:nvPr/>
        </p:nvSpPr>
        <p:spPr>
          <a:xfrm>
            <a:off x="786384" y="4005072"/>
            <a:ext cx="73152" cy="7315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0976" y="3950208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沉淀复用资产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768096" y="4983480"/>
            <a:ext cx="530352" cy="0"/>
          </a:xfrm>
          <a:prstGeom prst="line">
            <a:avLst/>
          </a:prstGeom>
          <a:noFill/>
          <a:ln w="25400">
            <a:solidFill>
              <a:srgbClr val="2563EB">
                <a:alpha val="78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68096" y="5111496"/>
            <a:ext cx="1560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42%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68096" y="5477256"/>
            <a:ext cx="1560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激活提升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474976" y="4983480"/>
            <a:ext cx="530352" cy="0"/>
          </a:xfrm>
          <a:prstGeom prst="line">
            <a:avLst/>
          </a:prstGeom>
          <a:noFill/>
          <a:ln w="25400">
            <a:solidFill>
              <a:srgbClr val="22C55E">
                <a:alpha val="78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474976" y="5111496"/>
            <a:ext cx="1560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7天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2474976" y="5477256"/>
            <a:ext cx="1560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上手周期</a:t>
            </a:r>
            <a:endParaRPr lang="en-US" sz="720" dirty="0"/>
          </a:p>
        </p:txBody>
      </p:sp>
      <p:sp>
        <p:nvSpPr>
          <p:cNvPr id="26" name="Shape 23"/>
          <p:cNvSpPr/>
          <p:nvPr/>
        </p:nvSpPr>
        <p:spPr>
          <a:xfrm>
            <a:off x="4181856" y="4983480"/>
            <a:ext cx="530352" cy="0"/>
          </a:xfrm>
          <a:prstGeom prst="line">
            <a:avLst/>
          </a:prstGeom>
          <a:noFill/>
          <a:ln w="25400">
            <a:solidFill>
              <a:srgbClr val="2563EB">
                <a:alpha val="7800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181856" y="5111496"/>
            <a:ext cx="1560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4181856" y="5477256"/>
            <a:ext cx="1560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功能复用</a:t>
            </a:r>
            <a:endParaRPr lang="en-US" sz="720" dirty="0"/>
          </a:p>
        </p:txBody>
      </p:sp>
      <p:sp>
        <p:nvSpPr>
          <p:cNvPr id="29" name="Text 26"/>
          <p:cNvSpPr/>
          <p:nvPr/>
        </p:nvSpPr>
        <p:spPr>
          <a:xfrm>
            <a:off x="6583680" y="15544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增长路径</a:t>
            </a:r>
            <a:endParaRPr lang="en-US" sz="1280" dirty="0"/>
          </a:p>
        </p:txBody>
      </p:sp>
      <p:sp>
        <p:nvSpPr>
          <p:cNvPr id="30" name="Shape 27"/>
          <p:cNvSpPr/>
          <p:nvPr/>
        </p:nvSpPr>
        <p:spPr>
          <a:xfrm>
            <a:off x="6419088" y="1810512"/>
            <a:ext cx="3931920" cy="0"/>
          </a:xfrm>
          <a:prstGeom prst="line">
            <a:avLst/>
          </a:prstGeom>
          <a:noFill/>
          <a:ln w="15240">
            <a:solidFill>
              <a:srgbClr val="2563EB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19088" y="4919472"/>
            <a:ext cx="3931920" cy="0"/>
          </a:xfrm>
          <a:prstGeom prst="line">
            <a:avLst/>
          </a:prstGeom>
          <a:noFill/>
          <a:ln w="12700">
            <a:solidFill>
              <a:srgbClr val="93C5FD">
                <a:alpha val="7000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620256" y="3930823"/>
            <a:ext cx="731520" cy="988649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922008" y="3857671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583680" y="5047488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访问</a:t>
            </a:r>
            <a:endParaRPr lang="en-US" sz="680" dirty="0"/>
          </a:p>
        </p:txBody>
      </p:sp>
      <p:sp>
        <p:nvSpPr>
          <p:cNvPr id="35" name="Shape 32"/>
          <p:cNvSpPr/>
          <p:nvPr/>
        </p:nvSpPr>
        <p:spPr>
          <a:xfrm>
            <a:off x="7552944" y="3291108"/>
            <a:ext cx="731520" cy="16283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854696" y="3217956"/>
            <a:ext cx="128016" cy="1280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516368" y="5047488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激活</a:t>
            </a:r>
            <a:endParaRPr lang="en-US" sz="680" dirty="0"/>
          </a:p>
        </p:txBody>
      </p:sp>
      <p:sp>
        <p:nvSpPr>
          <p:cNvPr id="38" name="Shape 35"/>
          <p:cNvSpPr/>
          <p:nvPr/>
        </p:nvSpPr>
        <p:spPr>
          <a:xfrm>
            <a:off x="8485632" y="2854940"/>
            <a:ext cx="731520" cy="20645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787384" y="2781788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449056" y="5047488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留存</a:t>
            </a:r>
            <a:endParaRPr lang="en-US" sz="680" dirty="0"/>
          </a:p>
        </p:txBody>
      </p:sp>
      <p:sp>
        <p:nvSpPr>
          <p:cNvPr id="41" name="Shape 38"/>
          <p:cNvSpPr/>
          <p:nvPr/>
        </p:nvSpPr>
        <p:spPr>
          <a:xfrm>
            <a:off x="9418320" y="2331537"/>
            <a:ext cx="731520" cy="2587935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>
                <a:alpha val="0"/>
              </a:srgbClr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720072" y="2258385"/>
            <a:ext cx="128016" cy="1280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381744" y="5047488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扩展</a:t>
            </a:r>
            <a:endParaRPr lang="en-US" sz="680" dirty="0"/>
          </a:p>
        </p:txBody>
      </p:sp>
      <p:sp>
        <p:nvSpPr>
          <p:cNvPr id="44" name="Shape 41"/>
          <p:cNvSpPr/>
          <p:nvPr/>
        </p:nvSpPr>
        <p:spPr>
          <a:xfrm>
            <a:off x="6940296" y="3848527"/>
            <a:ext cx="91440" cy="91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872984" y="3208812"/>
            <a:ext cx="91440" cy="91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805672" y="2772644"/>
            <a:ext cx="91440" cy="91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9738360" y="2249241"/>
            <a:ext cx="91440" cy="91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986016" y="3894247"/>
            <a:ext cx="932688" cy="-639714"/>
          </a:xfrm>
          <a:prstGeom prst="line">
            <a:avLst/>
          </a:prstGeom>
          <a:noFill/>
          <a:ln w="17780">
            <a:solidFill>
              <a:srgbClr val="22C55E">
                <a:alpha val="82000"/>
              </a:srgbClr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918704" y="3254532"/>
            <a:ext cx="932688" cy="-436169"/>
          </a:xfrm>
          <a:prstGeom prst="line">
            <a:avLst/>
          </a:prstGeom>
          <a:noFill/>
          <a:ln w="17780">
            <a:solidFill>
              <a:srgbClr val="22C55E">
                <a:alpha val="82000"/>
              </a:srgbClr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851392" y="2818364"/>
            <a:ext cx="932688" cy="-523403"/>
          </a:xfrm>
          <a:prstGeom prst="line">
            <a:avLst/>
          </a:prstGeom>
          <a:noFill/>
          <a:ln w="17780">
            <a:solidFill>
              <a:srgbClr val="22C55E">
                <a:alpha val="8200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68096" y="6254496"/>
            <a:ext cx="475488" cy="0"/>
          </a:xfrm>
          <a:prstGeom prst="line">
            <a:avLst/>
          </a:prstGeom>
          <a:noFill/>
          <a:ln w="19050">
            <a:solidFill>
              <a:srgbClr val="2563EB">
                <a:alpha val="90000"/>
              </a:srgbClr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389888" y="6163056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53" name="Text 50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2563E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SaaS 产品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SaaS 产品</dc:title>
  <dc:subject>Editable style candidate sample</dc:subject>
  <dc:creator>Codex</dc:creator>
  <cp:lastModifiedBy>Codex</cp:lastModifiedBy>
  <cp:revision>1</cp:revision>
  <dcterms:created xsi:type="dcterms:W3CDTF">2026-05-07T10:25:47Z</dcterms:created>
  <dcterms:modified xsi:type="dcterms:W3CDTF">2026-05-07T10:25:47Z</dcterms:modified>
</cp:coreProperties>
</file>