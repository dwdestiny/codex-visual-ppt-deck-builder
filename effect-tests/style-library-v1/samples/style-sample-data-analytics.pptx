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841248"/>
            <a:ext cx="685800" cy="530352"/>
          </a:xfrm>
          <a:prstGeom prst="line">
            <a:avLst/>
          </a:prstGeom>
          <a:noFill/>
          <a:ln w="15240">
            <a:solidFill>
              <a:srgbClr val="12C7D6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5669280"/>
            <a:ext cx="493776" cy="-384048"/>
          </a:xfrm>
          <a:prstGeom prst="line">
            <a:avLst/>
          </a:prstGeom>
          <a:noFill/>
          <a:ln w="12700">
            <a:solidFill>
              <a:srgbClr val="6C72FF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12C7D6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复用组件增长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12月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复盘周期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2E6F9E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2026-05-07T09:50:47Z</dcterms:created>
  <dcterms:modified xsi:type="dcterms:W3CDTF">2026-05-07T09:50:47Z</dcterms:modified>
</cp:coreProperties>
</file>