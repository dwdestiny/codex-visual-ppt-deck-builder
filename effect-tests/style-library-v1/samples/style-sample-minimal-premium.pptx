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94944" y="142646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董事会简报样张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4251960" cy="0"/>
          </a:xfrm>
          <a:prstGeom prst="line">
            <a:avLst/>
          </a:prstGeom>
          <a:noFill/>
          <a:ln w="15240">
            <a:solidFill>
              <a:srgbClr val="050505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36208" y="1115568"/>
            <a:ext cx="0" cy="4498848"/>
          </a:xfrm>
          <a:prstGeom prst="line">
            <a:avLst/>
          </a:prstGeom>
          <a:noFill/>
          <a:ln w="12700">
            <a:solidFill>
              <a:srgbClr val="A7A7A7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103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核心结论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60604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应用正在从工具采购转向流程重构，真正的价值来自业务场景、数据闭环和组织协同。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768096" y="3401568"/>
            <a:ext cx="73152" cy="7315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4670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从单点工具进入流程级改造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68096" y="3694176"/>
            <a:ext cx="73152" cy="73152"/>
          </a:xfrm>
          <a:prstGeom prst="ellipse">
            <a:avLst/>
          </a:prstGeom>
          <a:solidFill>
            <a:srgbClr val="4A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63931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高频知识工作先出现回报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68096" y="3986784"/>
            <a:ext cx="73152" cy="7315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93192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治理和复用能力决定放大速度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49808" y="4956048"/>
            <a:ext cx="530352" cy="0"/>
          </a:xfrm>
          <a:prstGeom prst="line">
            <a:avLst/>
          </a:prstGeom>
          <a:noFill/>
          <a:ln w="25400">
            <a:solidFill>
              <a:srgbClr val="050505">
                <a:alpha val="7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084064"/>
            <a:ext cx="1511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" y="5449824"/>
            <a:ext cx="151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流程级改造占比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2426208" y="4956048"/>
            <a:ext cx="530352" cy="0"/>
          </a:xfrm>
          <a:prstGeom prst="line">
            <a:avLst/>
          </a:prstGeom>
          <a:noFill/>
          <a:ln w="25400">
            <a:solidFill>
              <a:srgbClr val="4A4A4A">
                <a:alpha val="7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6208" y="5084064"/>
            <a:ext cx="1511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426208" y="5449824"/>
            <a:ext cx="151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组织落地周期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4102608" y="4956048"/>
            <a:ext cx="530352" cy="0"/>
          </a:xfrm>
          <a:prstGeom prst="line">
            <a:avLst/>
          </a:prstGeom>
          <a:noFill/>
          <a:ln w="25400">
            <a:solidFill>
              <a:srgbClr val="050505">
                <a:alpha val="7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02608" y="5084064"/>
            <a:ext cx="1511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102608" y="5449824"/>
            <a:ext cx="151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预算重排窗口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6611112" y="1444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11112" y="1828800"/>
            <a:ext cx="3977640" cy="0"/>
          </a:xfrm>
          <a:prstGeom prst="line">
            <a:avLst/>
          </a:prstGeom>
          <a:noFill/>
          <a:ln w="15240">
            <a:solidFill>
              <a:srgbClr val="050505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4791456"/>
            <a:ext cx="3977640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39128" y="3700760"/>
            <a:ext cx="742950" cy="1090696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552" y="4919472"/>
            <a:ext cx="816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7683246" y="3129443"/>
            <a:ext cx="742950" cy="1662013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6670" y="4919472"/>
            <a:ext cx="816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8627364" y="2765877"/>
            <a:ext cx="742950" cy="2025579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0788" y="4919472"/>
            <a:ext cx="816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9571482" y="2428281"/>
            <a:ext cx="742950" cy="2363175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34906" y="4919472"/>
            <a:ext cx="816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简约高级</dc:title>
  <dc:subject>Editable style candidate sample</dc:subject>
  <dc:creator>Codex</dc:creator>
  <cp:lastModifiedBy>Codex</cp:lastModifiedBy>
  <cp:revision>1</cp:revision>
  <dcterms:created xsi:type="dcterms:W3CDTF">2026-05-07T09:50:46Z</dcterms:created>
  <dcterms:modified xsi:type="dcterms:W3CDTF">2026-05-07T09:50:46Z</dcterms:modified>
</cp:coreProperties>
</file>