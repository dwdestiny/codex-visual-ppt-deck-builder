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 w="12700">
            <a:solidFill>
              <a:srgbClr val="FAF8F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195560" y="868680"/>
            <a:ext cx="676656" cy="0"/>
          </a:xfrm>
          <a:prstGeom prst="line">
            <a:avLst/>
          </a:prstGeom>
          <a:noFill/>
          <a:ln w="25400">
            <a:solidFill>
              <a:srgbClr val="B91C1C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42448" y="1078992"/>
            <a:ext cx="402336" cy="402336"/>
          </a:xfrm>
          <a:prstGeom prst="rect">
            <a:avLst/>
          </a:prstGeom>
          <a:solidFill>
            <a:srgbClr val="B91C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331720" y="512064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RESEARCH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331720" y="786384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AI 应用趋势调研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4069080" y="155448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品牌战略解读样张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88920" y="1828800"/>
            <a:ext cx="512064" cy="0"/>
          </a:xfrm>
          <a:prstGeom prst="line">
            <a:avLst/>
          </a:prstGeom>
          <a:noFill/>
          <a:ln w="25400">
            <a:solidFill>
              <a:srgbClr val="B91C1C">
                <a:alpha val="6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88920" y="20116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趋势脉络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88920" y="251460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4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新技术落地不是一阵风，而是从器、术、法到组织文化的一次长期演进。</a:t>
            </a:r>
            <a:endParaRPr lang="en-US" sz="1040" dirty="0"/>
          </a:p>
        </p:txBody>
      </p:sp>
      <p:sp>
        <p:nvSpPr>
          <p:cNvPr id="12" name="Shape 10"/>
          <p:cNvSpPr/>
          <p:nvPr/>
        </p:nvSpPr>
        <p:spPr>
          <a:xfrm>
            <a:off x="2807208" y="3310128"/>
            <a:ext cx="73152" cy="73152"/>
          </a:xfrm>
          <a:prstGeom prst="ellipse">
            <a:avLst/>
          </a:prstGeom>
          <a:solidFill>
            <a:srgbClr val="B91C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71800" y="3255264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以器入局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2807208" y="3602736"/>
            <a:ext cx="73152" cy="73152"/>
          </a:xfrm>
          <a:prstGeom prst="ellipse">
            <a:avLst/>
          </a:prstGeom>
          <a:solidFill>
            <a:srgbClr val="17171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71800" y="3547872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以术成事</a:t>
            </a:r>
            <a:endParaRPr lang="en-US" sz="820" dirty="0"/>
          </a:p>
        </p:txBody>
      </p:sp>
      <p:sp>
        <p:nvSpPr>
          <p:cNvPr id="16" name="Shape 14"/>
          <p:cNvSpPr/>
          <p:nvPr/>
        </p:nvSpPr>
        <p:spPr>
          <a:xfrm>
            <a:off x="2807208" y="3895344"/>
            <a:ext cx="73152" cy="73152"/>
          </a:xfrm>
          <a:prstGeom prst="ellipse">
            <a:avLst/>
          </a:prstGeom>
          <a:solidFill>
            <a:srgbClr val="B91C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71800" y="3840480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以法固化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2148840" y="4983480"/>
            <a:ext cx="530352" cy="0"/>
          </a:xfrm>
          <a:prstGeom prst="line">
            <a:avLst/>
          </a:prstGeom>
          <a:noFill/>
          <a:ln w="25400">
            <a:solidFill>
              <a:srgbClr val="B91C1C">
                <a:alpha val="78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48840" y="5111496"/>
            <a:ext cx="1527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器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2148840" y="5477256"/>
            <a:ext cx="1527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工具入局</a:t>
            </a:r>
            <a:endParaRPr lang="en-US" sz="720" dirty="0"/>
          </a:p>
        </p:txBody>
      </p:sp>
      <p:sp>
        <p:nvSpPr>
          <p:cNvPr id="21" name="Shape 19"/>
          <p:cNvSpPr/>
          <p:nvPr/>
        </p:nvSpPr>
        <p:spPr>
          <a:xfrm>
            <a:off x="3840480" y="4983480"/>
            <a:ext cx="530352" cy="0"/>
          </a:xfrm>
          <a:prstGeom prst="line">
            <a:avLst/>
          </a:prstGeom>
          <a:noFill/>
          <a:ln w="25400">
            <a:solidFill>
              <a:srgbClr val="171717">
                <a:alpha val="78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0480" y="5111496"/>
            <a:ext cx="1527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术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3840480" y="5477256"/>
            <a:ext cx="1527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流程成事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5532120" y="4983480"/>
            <a:ext cx="530352" cy="0"/>
          </a:xfrm>
          <a:prstGeom prst="line">
            <a:avLst/>
          </a:prstGeom>
          <a:noFill/>
          <a:ln w="25400">
            <a:solidFill>
              <a:srgbClr val="B91C1C">
                <a:alpha val="78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32120" y="5111496"/>
            <a:ext cx="1527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法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532120" y="5477256"/>
            <a:ext cx="1527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组织固化</a:t>
            </a:r>
            <a:endParaRPr lang="en-US" sz="720" dirty="0"/>
          </a:p>
        </p:txBody>
      </p:sp>
      <p:sp>
        <p:nvSpPr>
          <p:cNvPr id="27" name="Text 25"/>
          <p:cNvSpPr/>
          <p:nvPr/>
        </p:nvSpPr>
        <p:spPr>
          <a:xfrm>
            <a:off x="6885432" y="149047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趋势指数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885432" y="1874520"/>
            <a:ext cx="3840480" cy="0"/>
          </a:xfrm>
          <a:prstGeom prst="line">
            <a:avLst/>
          </a:prstGeom>
          <a:noFill/>
          <a:ln w="15240">
            <a:solidFill>
              <a:srgbClr val="B91C1C">
                <a:alpha val="6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12280" y="4654296"/>
            <a:ext cx="3840480" cy="0"/>
          </a:xfrm>
          <a:prstGeom prst="line">
            <a:avLst/>
          </a:prstGeom>
          <a:noFill/>
          <a:ln w="12700">
            <a:solidFill>
              <a:srgbClr val="A7A7A7">
                <a:alpha val="7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13448" y="3640409"/>
            <a:ext cx="708660" cy="1013887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76872" y="4782312"/>
            <a:ext cx="7818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起</a:t>
            </a:r>
            <a:endParaRPr lang="en-US" sz="680" dirty="0"/>
          </a:p>
        </p:txBody>
      </p:sp>
      <p:sp>
        <p:nvSpPr>
          <p:cNvPr id="32" name="Shape 30"/>
          <p:cNvSpPr/>
          <p:nvPr/>
        </p:nvSpPr>
        <p:spPr>
          <a:xfrm>
            <a:off x="7923276" y="3109326"/>
            <a:ext cx="708660" cy="1544970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886700" y="4782312"/>
            <a:ext cx="7818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承</a:t>
            </a:r>
            <a:endParaRPr lang="en-US" sz="680" dirty="0"/>
          </a:p>
        </p:txBody>
      </p:sp>
      <p:sp>
        <p:nvSpPr>
          <p:cNvPr id="34" name="Shape 32"/>
          <p:cNvSpPr/>
          <p:nvPr/>
        </p:nvSpPr>
        <p:spPr>
          <a:xfrm>
            <a:off x="8833104" y="2771364"/>
            <a:ext cx="708660" cy="188293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796528" y="4782312"/>
            <a:ext cx="7818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转</a:t>
            </a:r>
            <a:endParaRPr lang="en-US" sz="680" dirty="0"/>
          </a:p>
        </p:txBody>
      </p:sp>
      <p:sp>
        <p:nvSpPr>
          <p:cNvPr id="36" name="Shape 34"/>
          <p:cNvSpPr/>
          <p:nvPr/>
        </p:nvSpPr>
        <p:spPr>
          <a:xfrm>
            <a:off x="9742932" y="2457541"/>
            <a:ext cx="708660" cy="2196755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706356" y="4782312"/>
            <a:ext cx="7818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合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codex-visual-asset-skills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AI 应用趋势调研 - 国潮东方</dc:title>
  <dc:subject>Editable style candidate sample</dc:subject>
  <dc:creator>Codex</dc:creator>
  <cp:lastModifiedBy>Codex</cp:lastModifiedBy>
  <cp:revision>1</cp:revision>
  <dcterms:created xsi:type="dcterms:W3CDTF">2026-05-07T09:50:47Z</dcterms:created>
  <dcterms:modified xsi:type="dcterms:W3CDTF">2026-05-07T09:50:47Z</dcterms:modified>
</cp:coreProperties>
</file>