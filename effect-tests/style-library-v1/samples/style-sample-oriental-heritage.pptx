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style-library-v1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31720" y="4114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BRAND NARRATIVE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304288" y="78638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327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133088" y="1572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40" dirty="0"/>
          </a:p>
        </p:txBody>
      </p:sp>
      <p:sp>
        <p:nvSpPr>
          <p:cNvPr id="8" name="Shape 5"/>
          <p:cNvSpPr/>
          <p:nvPr/>
        </p:nvSpPr>
        <p:spPr>
          <a:xfrm>
            <a:off x="2779776" y="1847088"/>
            <a:ext cx="658368" cy="0"/>
          </a:xfrm>
          <a:prstGeom prst="line">
            <a:avLst/>
          </a:prstGeom>
          <a:noFill/>
          <a:ln w="2540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7977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79776" y="2542032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2798064" y="334670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2656" y="32918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798064" y="3639312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2656" y="35844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798064" y="3931920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387705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2212848" y="4956048"/>
            <a:ext cx="457200" cy="0"/>
          </a:xfrm>
          <a:prstGeom prst="line">
            <a:avLst/>
          </a:prstGeom>
          <a:noFill/>
          <a:ln w="1778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器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212848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工具入局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3803904" y="4956048"/>
            <a:ext cx="457200" cy="0"/>
          </a:xfrm>
          <a:prstGeom prst="line">
            <a:avLst/>
          </a:prstGeom>
          <a:noFill/>
          <a:ln w="17780">
            <a:solidFill>
              <a:srgbClr val="171717">
                <a:alpha val="9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术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03904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流程成事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5394960" y="4956048"/>
            <a:ext cx="457200" cy="0"/>
          </a:xfrm>
          <a:prstGeom prst="line">
            <a:avLst/>
          </a:prstGeom>
          <a:noFill/>
          <a:ln w="1778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法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94960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组织固化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821424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演进四象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47104" y="1865376"/>
            <a:ext cx="3968496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47104" y="4864608"/>
            <a:ext cx="3968496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48272" y="4081150"/>
            <a:ext cx="740664" cy="78345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11696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690104" y="3493557"/>
            <a:ext cx="740664" cy="1371051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53528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631936" y="2961924"/>
            <a:ext cx="740664" cy="19026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5360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9573768" y="2514234"/>
            <a:ext cx="740664" cy="235037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537192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7680960" y="6254496"/>
            <a:ext cx="475488" cy="0"/>
          </a:xfrm>
          <a:prstGeom prst="line">
            <a:avLst/>
          </a:prstGeom>
          <a:noFill/>
          <a:ln w="1905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02752" y="61630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国潮东方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2026-05-07T10:25:45Z</dcterms:created>
  <dcterms:modified xsi:type="dcterms:W3CDTF">2026-05-07T10:25:45Z</dcterms:modified>
</cp:coreProperties>
</file>