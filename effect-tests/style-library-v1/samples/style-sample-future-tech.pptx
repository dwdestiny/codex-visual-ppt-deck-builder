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1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22B"/>
          </a:solidFill>
          <a:ln w="12700">
            <a:solidFill>
              <a:srgbClr val="03122B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ppt-deck-builder/effect-tests/style-library-v1/assets/background-futur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22B">
              <a:alpha val="76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131552" y="804672"/>
            <a:ext cx="676656" cy="530352"/>
          </a:xfrm>
          <a:prstGeom prst="line">
            <a:avLst/>
          </a:prstGeom>
          <a:noFill/>
          <a:ln w="13970">
            <a:solidFill>
              <a:srgbClr val="7C4DFF">
                <a:alpha val="46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241280" y="5596128"/>
            <a:ext cx="512064" cy="-365760"/>
          </a:xfrm>
          <a:prstGeom prst="line">
            <a:avLst/>
          </a:prstGeom>
          <a:noFill/>
          <a:ln w="12700">
            <a:solidFill>
              <a:srgbClr val="00D4D8">
                <a:alpha val="42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8404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D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 PRODUCT RELEASE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58368" y="74980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94944" y="148132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00D4D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产品发布会样张</a:t>
            </a:r>
            <a:endParaRPr lang="en-US" sz="1030" dirty="0"/>
          </a:p>
        </p:txBody>
      </p:sp>
      <p:sp>
        <p:nvSpPr>
          <p:cNvPr id="10" name="Shape 7"/>
          <p:cNvSpPr/>
          <p:nvPr/>
        </p:nvSpPr>
        <p:spPr>
          <a:xfrm>
            <a:off x="749808" y="1965960"/>
            <a:ext cx="4251960" cy="0"/>
          </a:xfrm>
          <a:prstGeom prst="line">
            <a:avLst/>
          </a:prstGeom>
          <a:noFill/>
          <a:ln w="15240">
            <a:solidFill>
              <a:srgbClr val="00D4D8">
                <a:alpha val="6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2148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能力模块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49808" y="2651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下一代 AI 应用将围绕多模态输入、智能执行、可信审计和生态连接展开。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68096" y="3447288"/>
            <a:ext cx="73152" cy="73152"/>
          </a:xfrm>
          <a:prstGeom prst="ellipse">
            <a:avLst/>
          </a:prstGeom>
          <a:solidFill>
            <a:srgbClr val="00D4D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339242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多模态入口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768096" y="3739896"/>
            <a:ext cx="73152" cy="73152"/>
          </a:xfrm>
          <a:prstGeom prst="ellipse">
            <a:avLst/>
          </a:prstGeom>
          <a:solidFill>
            <a:srgbClr val="7C4D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368503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自动化执行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768096" y="4032504"/>
            <a:ext cx="73152" cy="73152"/>
          </a:xfrm>
          <a:prstGeom prst="ellipse">
            <a:avLst/>
          </a:prstGeom>
          <a:solidFill>
            <a:srgbClr val="00D4D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2688" y="397764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企业级治理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749808" y="4983480"/>
            <a:ext cx="530352" cy="0"/>
          </a:xfrm>
          <a:prstGeom prst="line">
            <a:avLst/>
          </a:prstGeom>
          <a:noFill/>
          <a:ln w="25400">
            <a:solidFill>
              <a:srgbClr val="00D4D8">
                <a:alpha val="78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D8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4D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74980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多模态入口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2441448" y="4983480"/>
            <a:ext cx="530352" cy="0"/>
          </a:xfrm>
          <a:prstGeom prst="line">
            <a:avLst/>
          </a:prstGeom>
          <a:noFill/>
          <a:ln w="25400">
            <a:solidFill>
              <a:srgbClr val="7C4DFF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4144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4D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24/7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244144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智能执行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4133088" y="4983480"/>
            <a:ext cx="530352" cy="0"/>
          </a:xfrm>
          <a:prstGeom prst="line">
            <a:avLst/>
          </a:prstGeom>
          <a:noFill/>
          <a:ln w="25400">
            <a:solidFill>
              <a:srgbClr val="00D4D8">
                <a:alpha val="78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3308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D8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0漏审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413308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可信审计目标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6565392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能力跃迁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345936" y="1810512"/>
            <a:ext cx="4169664" cy="0"/>
          </a:xfrm>
          <a:prstGeom prst="line">
            <a:avLst/>
          </a:prstGeom>
          <a:noFill/>
          <a:ln w="15240">
            <a:solidFill>
              <a:srgbClr val="00D4D8">
                <a:alpha val="6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45936" y="5157216"/>
            <a:ext cx="4169664" cy="0"/>
          </a:xfrm>
          <a:prstGeom prst="line">
            <a:avLst/>
          </a:prstGeom>
          <a:noFill/>
          <a:ln w="12700">
            <a:solidFill>
              <a:srgbClr val="315D82">
                <a:alpha val="70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519672" y="4186123"/>
            <a:ext cx="845820" cy="971093"/>
          </a:xfrm>
          <a:prstGeom prst="rect">
            <a:avLst/>
          </a:prstGeom>
          <a:solidFill>
            <a:srgbClr val="00D4D8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47104" y="4213555"/>
            <a:ext cx="790956" cy="943661"/>
          </a:xfrm>
          <a:prstGeom prst="rect">
            <a:avLst/>
          </a:prstGeom>
          <a:solidFill>
            <a:srgbClr val="00D4D8"/>
          </a:solidFill>
          <a:ln w="12700">
            <a:solidFill>
              <a:srgbClr val="00D4D8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510528" y="5285232"/>
            <a:ext cx="8641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7511796" y="3557016"/>
            <a:ext cx="845820" cy="1600200"/>
          </a:xfrm>
          <a:prstGeom prst="rect">
            <a:avLst/>
          </a:prstGeom>
          <a:solidFill>
            <a:srgbClr val="7C4DFF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39228" y="3584448"/>
            <a:ext cx="790956" cy="1572768"/>
          </a:xfrm>
          <a:prstGeom prst="rect">
            <a:avLst/>
          </a:prstGeom>
          <a:solidFill>
            <a:srgbClr val="7C4DFF"/>
          </a:solidFill>
          <a:ln w="12700">
            <a:solidFill>
              <a:srgbClr val="7C4DFF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02652" y="5285232"/>
            <a:ext cx="8641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推理</a:t>
            </a:r>
            <a:endParaRPr lang="en-US" sz="680" dirty="0"/>
          </a:p>
        </p:txBody>
      </p:sp>
      <p:sp>
        <p:nvSpPr>
          <p:cNvPr id="37" name="Shape 34"/>
          <p:cNvSpPr/>
          <p:nvPr/>
        </p:nvSpPr>
        <p:spPr>
          <a:xfrm>
            <a:off x="8503920" y="2959364"/>
            <a:ext cx="845820" cy="2197852"/>
          </a:xfrm>
          <a:prstGeom prst="rect">
            <a:avLst/>
          </a:prstGeom>
          <a:solidFill>
            <a:srgbClr val="00D4D8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531352" y="2986796"/>
            <a:ext cx="790956" cy="2170420"/>
          </a:xfrm>
          <a:prstGeom prst="rect">
            <a:avLst/>
          </a:prstGeom>
          <a:solidFill>
            <a:srgbClr val="00D4D8"/>
          </a:solidFill>
          <a:ln w="12700">
            <a:solidFill>
              <a:srgbClr val="00D4D8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494776" y="5285232"/>
            <a:ext cx="8641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</a:t>
            </a:r>
            <a:endParaRPr lang="en-US" sz="680" dirty="0"/>
          </a:p>
        </p:txBody>
      </p:sp>
      <p:sp>
        <p:nvSpPr>
          <p:cNvPr id="40" name="Shape 37"/>
          <p:cNvSpPr/>
          <p:nvPr/>
        </p:nvSpPr>
        <p:spPr>
          <a:xfrm>
            <a:off x="9496044" y="2361712"/>
            <a:ext cx="845820" cy="2795504"/>
          </a:xfrm>
          <a:prstGeom prst="rect">
            <a:avLst/>
          </a:prstGeom>
          <a:solidFill>
            <a:srgbClr val="7C4DFF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523476" y="2389144"/>
            <a:ext cx="790956" cy="2768072"/>
          </a:xfrm>
          <a:prstGeom prst="rect">
            <a:avLst/>
          </a:prstGeom>
          <a:solidFill>
            <a:srgbClr val="7C4DFF"/>
          </a:solidFill>
          <a:ln w="12700">
            <a:solidFill>
              <a:srgbClr val="7C4DFF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486900" y="5285232"/>
            <a:ext cx="8641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审计</a:t>
            </a:r>
            <a:endParaRPr lang="en-US" sz="680" dirty="0"/>
          </a:p>
        </p:txBody>
      </p:sp>
      <p:sp>
        <p:nvSpPr>
          <p:cNvPr id="43" name="Shape 40"/>
          <p:cNvSpPr/>
          <p:nvPr/>
        </p:nvSpPr>
        <p:spPr>
          <a:xfrm>
            <a:off x="6896862" y="4131259"/>
            <a:ext cx="91440" cy="91440"/>
          </a:xfrm>
          <a:prstGeom prst="ellipse">
            <a:avLst/>
          </a:prstGeom>
          <a:solidFill>
            <a:srgbClr val="7C4D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88986" y="3502152"/>
            <a:ext cx="91440" cy="91440"/>
          </a:xfrm>
          <a:prstGeom prst="ellipse">
            <a:avLst/>
          </a:prstGeom>
          <a:solidFill>
            <a:srgbClr val="7C4D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81110" y="2904500"/>
            <a:ext cx="91440" cy="91440"/>
          </a:xfrm>
          <a:prstGeom prst="ellipse">
            <a:avLst/>
          </a:prstGeom>
          <a:solidFill>
            <a:srgbClr val="7C4D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873234" y="2306848"/>
            <a:ext cx="91440" cy="91440"/>
          </a:xfrm>
          <a:prstGeom prst="ellipse">
            <a:avLst/>
          </a:prstGeom>
          <a:solidFill>
            <a:srgbClr val="7C4D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942582" y="4176979"/>
            <a:ext cx="992124" cy="-629107"/>
          </a:xfrm>
          <a:prstGeom prst="line">
            <a:avLst/>
          </a:prstGeom>
          <a:noFill/>
          <a:ln w="17780">
            <a:solidFill>
              <a:srgbClr val="7C4DFF">
                <a:alpha val="8200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34706" y="3547872"/>
            <a:ext cx="992124" cy="-597652"/>
          </a:xfrm>
          <a:prstGeom prst="line">
            <a:avLst/>
          </a:prstGeom>
          <a:noFill/>
          <a:ln w="17780">
            <a:solidFill>
              <a:srgbClr val="7C4DFF">
                <a:alpha val="8200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926830" y="2950220"/>
            <a:ext cx="992124" cy="-597652"/>
          </a:xfrm>
          <a:prstGeom prst="line">
            <a:avLst/>
          </a:prstGeom>
          <a:noFill/>
          <a:ln w="17780">
            <a:solidFill>
              <a:srgbClr val="7C4DFF">
                <a:alpha val="8200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49808" y="6254496"/>
            <a:ext cx="475488" cy="0"/>
          </a:xfrm>
          <a:prstGeom prst="line">
            <a:avLst/>
          </a:prstGeom>
          <a:noFill/>
          <a:ln w="19050">
            <a:solidFill>
              <a:srgbClr val="00D4D8">
                <a:alpha val="9000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371600" y="6163056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52" name="Text 49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D4D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未来科技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未来科技</dc:title>
  <dc:subject>Editable style candidate sample</dc:subject>
  <dc:creator>Codex</dc:creator>
  <cp:lastModifiedBy>Codex</cp:lastModifiedBy>
  <cp:revision>1</cp:revision>
  <dcterms:created xsi:type="dcterms:W3CDTF">2026-05-07T10:25:46Z</dcterms:created>
  <dcterms:modified xsi:type="dcterms:W3CDTF">2026-05-07T10:25:46Z</dcterms:modified>
</cp:coreProperties>
</file>