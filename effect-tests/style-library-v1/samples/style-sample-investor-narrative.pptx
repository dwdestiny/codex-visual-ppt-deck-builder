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ppt-deck-builder/effect-tests/style-library-v1/assets/background-investor-narra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>
              <a:alpha val="7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76656" y="1719072"/>
            <a:ext cx="1170432" cy="0"/>
          </a:xfrm>
          <a:prstGeom prst="line">
            <a:avLst/>
          </a:prstGeom>
          <a:noFill/>
          <a:ln w="16510">
            <a:solidFill>
              <a:srgbClr val="F6C85F">
                <a:alpha val="8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02336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811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INVESTOR EDITION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658368" y="731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Heiti SC" pitchFamily="34" charset="0"/>
                <a:ea typeface="Heiti SC" pitchFamily="34" charset="-122"/>
                <a:cs typeface="Heiti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94944" y="14447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811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融资路演样张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>
            <a:off x="749808" y="1965960"/>
            <a:ext cx="4251960" cy="0"/>
          </a:xfrm>
          <a:prstGeom prst="line">
            <a:avLst/>
          </a:prstGeom>
          <a:noFill/>
          <a:ln w="15240">
            <a:solidFill>
              <a:srgbClr val="F6C85F">
                <a:alpha val="82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增长逻辑</a:t>
            </a:r>
            <a:endParaRPr lang="en-US" sz="1240" dirty="0"/>
          </a:p>
        </p:txBody>
      </p:sp>
      <p:sp>
        <p:nvSpPr>
          <p:cNvPr id="11" name="Text 8"/>
          <p:cNvSpPr/>
          <p:nvPr/>
        </p:nvSpPr>
        <p:spPr>
          <a:xfrm>
            <a:off x="749808" y="2651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投资人需要看到的不只是市场热度，而是需求强度、增长路径、商业模式和团队执行节奏。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68096" y="3447288"/>
            <a:ext cx="73152" cy="73152"/>
          </a:xfrm>
          <a:prstGeom prst="ellipse">
            <a:avLst/>
          </a:prstGeom>
          <a:solidFill>
            <a:srgbClr val="08111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39242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市场窗口明确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68096" y="3739896"/>
            <a:ext cx="73152" cy="73152"/>
          </a:xfrm>
          <a:prstGeom prst="ellipse">
            <a:avLst/>
          </a:prstGeom>
          <a:solidFill>
            <a:srgbClr val="F6C85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68503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增长路径可验证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68096" y="4032504"/>
            <a:ext cx="73152" cy="73152"/>
          </a:xfrm>
          <a:prstGeom prst="ellipse">
            <a:avLst/>
          </a:prstGeom>
          <a:solidFill>
            <a:srgbClr val="08111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2688" y="397764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商业化节奏清晰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749808" y="4983480"/>
            <a:ext cx="530352" cy="0"/>
          </a:xfrm>
          <a:prstGeom prst="line">
            <a:avLst/>
          </a:prstGeom>
          <a:noFill/>
          <a:ln w="25400">
            <a:solidFill>
              <a:srgbClr val="F6C85F">
                <a:alpha val="90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6C85F"/>
                </a:solidFill>
                <a:latin typeface="Heiti SC" pitchFamily="34" charset="0"/>
                <a:ea typeface="Heiti SC" pitchFamily="34" charset="-122"/>
                <a:cs typeface="Heiti SC" pitchFamily="34" charset="-120"/>
              </a:rPr>
              <a:t>$1.2B</a:t>
            </a:r>
            <a:endParaRPr lang="en-US" sz="1850" dirty="0"/>
          </a:p>
        </p:txBody>
      </p:sp>
      <p:sp>
        <p:nvSpPr>
          <p:cNvPr id="20" name="Text 17"/>
          <p:cNvSpPr/>
          <p:nvPr/>
        </p:nvSpPr>
        <p:spPr>
          <a:xfrm>
            <a:off x="74980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6EE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目标市场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2441448" y="4983480"/>
            <a:ext cx="530352" cy="0"/>
          </a:xfrm>
          <a:prstGeom prst="line">
            <a:avLst/>
          </a:prstGeom>
          <a:noFill/>
          <a:ln w="25400">
            <a:solidFill>
              <a:srgbClr val="F6C85F">
                <a:alpha val="9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4144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6C85F"/>
                </a:solidFill>
                <a:latin typeface="Heiti SC" pitchFamily="34" charset="0"/>
                <a:ea typeface="Heiti SC" pitchFamily="34" charset="-122"/>
                <a:cs typeface="Heiti SC" pitchFamily="34" charset="-120"/>
              </a:rPr>
              <a:t>18月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244144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6EE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扩张窗口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4133088" y="4983480"/>
            <a:ext cx="530352" cy="0"/>
          </a:xfrm>
          <a:prstGeom prst="line">
            <a:avLst/>
          </a:prstGeom>
          <a:noFill/>
          <a:ln w="25400">
            <a:solidFill>
              <a:srgbClr val="F6C85F">
                <a:alpha val="90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33088" y="5111496"/>
            <a:ext cx="1545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6C85F"/>
                </a:solidFill>
                <a:latin typeface="Heiti SC" pitchFamily="34" charset="0"/>
                <a:ea typeface="Heiti SC" pitchFamily="34" charset="-122"/>
                <a:cs typeface="Heiti SC" pitchFamily="34" charset="-120"/>
              </a:rPr>
              <a:t>4x</a:t>
            </a:r>
            <a:endParaRPr lang="en-US" sz="1850" dirty="0"/>
          </a:p>
        </p:txBody>
      </p:sp>
      <p:sp>
        <p:nvSpPr>
          <p:cNvPr id="26" name="Text 23"/>
          <p:cNvSpPr/>
          <p:nvPr/>
        </p:nvSpPr>
        <p:spPr>
          <a:xfrm>
            <a:off x="4133088" y="547725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6EE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收入杠杆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629400" y="15727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增长故事</a:t>
            </a:r>
            <a:endParaRPr lang="en-US" sz="1240" dirty="0"/>
          </a:p>
        </p:txBody>
      </p:sp>
      <p:sp>
        <p:nvSpPr>
          <p:cNvPr id="28" name="Shape 25"/>
          <p:cNvSpPr/>
          <p:nvPr/>
        </p:nvSpPr>
        <p:spPr>
          <a:xfrm>
            <a:off x="6419088" y="1773936"/>
            <a:ext cx="3968496" cy="0"/>
          </a:xfrm>
          <a:prstGeom prst="line">
            <a:avLst/>
          </a:prstGeom>
          <a:noFill/>
          <a:ln w="15240">
            <a:solidFill>
              <a:srgbClr val="F6C85F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19088" y="4956048"/>
            <a:ext cx="3968496" cy="0"/>
          </a:xfrm>
          <a:prstGeom prst="line">
            <a:avLst/>
          </a:prstGeom>
          <a:noFill/>
          <a:ln w="12700">
            <a:solidFill>
              <a:srgbClr val="315D82">
                <a:alpha val="70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92824" y="4272808"/>
            <a:ext cx="795528" cy="683240"/>
          </a:xfrm>
          <a:prstGeom prst="rect">
            <a:avLst/>
          </a:prstGeom>
          <a:solidFill>
            <a:srgbClr val="08111F">
              <a:alpha val="3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20256" y="4300240"/>
            <a:ext cx="740664" cy="655808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83680" y="50840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7534656" y="3587191"/>
            <a:ext cx="795528" cy="1368857"/>
          </a:xfrm>
          <a:prstGeom prst="rect">
            <a:avLst/>
          </a:prstGeom>
          <a:solidFill>
            <a:srgbClr val="F6C85F">
              <a:alpha val="3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62088" y="3614623"/>
            <a:ext cx="740664" cy="1341425"/>
          </a:xfrm>
          <a:prstGeom prst="rect">
            <a:avLst/>
          </a:prstGeom>
          <a:solidFill>
            <a:srgbClr val="F6C85F"/>
          </a:solidFill>
          <a:ln w="12700">
            <a:solidFill>
              <a:srgbClr val="F6C85F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25512" y="50840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8476488" y="3050621"/>
            <a:ext cx="795528" cy="1905427"/>
          </a:xfrm>
          <a:prstGeom prst="rect">
            <a:avLst/>
          </a:prstGeom>
          <a:solidFill>
            <a:srgbClr val="08111F">
              <a:alpha val="3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503920" y="3078053"/>
            <a:ext cx="740664" cy="1877995"/>
          </a:xfrm>
          <a:prstGeom prst="rect">
            <a:avLst/>
          </a:prstGeom>
          <a:solidFill>
            <a:srgbClr val="08111F"/>
          </a:solidFill>
          <a:ln w="12700">
            <a:solidFill>
              <a:srgbClr val="08111F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67344" y="50840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收入</a:t>
            </a:r>
            <a:endParaRPr lang="en-US" sz="680" dirty="0"/>
          </a:p>
        </p:txBody>
      </p:sp>
      <p:sp>
        <p:nvSpPr>
          <p:cNvPr id="39" name="Shape 36"/>
          <p:cNvSpPr/>
          <p:nvPr/>
        </p:nvSpPr>
        <p:spPr>
          <a:xfrm>
            <a:off x="9418320" y="2514051"/>
            <a:ext cx="795528" cy="2441997"/>
          </a:xfrm>
          <a:prstGeom prst="rect">
            <a:avLst/>
          </a:prstGeom>
          <a:solidFill>
            <a:srgbClr val="F6C85F">
              <a:alpha val="3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45752" y="2541483"/>
            <a:ext cx="740664" cy="2414565"/>
          </a:xfrm>
          <a:prstGeom prst="rect">
            <a:avLst/>
          </a:prstGeom>
          <a:solidFill>
            <a:srgbClr val="F6C85F"/>
          </a:solidFill>
          <a:ln w="12700">
            <a:solidFill>
              <a:srgbClr val="F6C85F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409176" y="50840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</a:t>
            </a:r>
            <a:endParaRPr lang="en-US" sz="680" dirty="0"/>
          </a:p>
        </p:txBody>
      </p:sp>
      <p:sp>
        <p:nvSpPr>
          <p:cNvPr id="42" name="Shape 39"/>
          <p:cNvSpPr/>
          <p:nvPr/>
        </p:nvSpPr>
        <p:spPr>
          <a:xfrm>
            <a:off x="6944868" y="4217944"/>
            <a:ext cx="91440" cy="91440"/>
          </a:xfrm>
          <a:prstGeom prst="ellipse">
            <a:avLst/>
          </a:prstGeom>
          <a:solidFill>
            <a:srgbClr val="08111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886700" y="3532327"/>
            <a:ext cx="91440" cy="91440"/>
          </a:xfrm>
          <a:prstGeom prst="ellipse">
            <a:avLst/>
          </a:prstGeom>
          <a:solidFill>
            <a:srgbClr val="08111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828532" y="2995757"/>
            <a:ext cx="91440" cy="91440"/>
          </a:xfrm>
          <a:prstGeom prst="ellipse">
            <a:avLst/>
          </a:prstGeom>
          <a:solidFill>
            <a:srgbClr val="08111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770364" y="2459187"/>
            <a:ext cx="91440" cy="91440"/>
          </a:xfrm>
          <a:prstGeom prst="ellipse">
            <a:avLst/>
          </a:prstGeom>
          <a:solidFill>
            <a:srgbClr val="08111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990588" y="4263664"/>
            <a:ext cx="941832" cy="-685617"/>
          </a:xfrm>
          <a:prstGeom prst="line">
            <a:avLst/>
          </a:prstGeom>
          <a:noFill/>
          <a:ln w="17780">
            <a:solidFill>
              <a:srgbClr val="08111F">
                <a:alpha val="9200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32420" y="3578047"/>
            <a:ext cx="941832" cy="-536570"/>
          </a:xfrm>
          <a:prstGeom prst="line">
            <a:avLst/>
          </a:prstGeom>
          <a:noFill/>
          <a:ln w="17780">
            <a:solidFill>
              <a:srgbClr val="08111F">
                <a:alpha val="92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874252" y="3041477"/>
            <a:ext cx="941832" cy="-536570"/>
          </a:xfrm>
          <a:prstGeom prst="line">
            <a:avLst/>
          </a:prstGeom>
          <a:noFill/>
          <a:ln w="17780">
            <a:solidFill>
              <a:srgbClr val="08111F">
                <a:alpha val="92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046720" y="6254496"/>
            <a:ext cx="475488" cy="0"/>
          </a:xfrm>
          <a:prstGeom prst="line">
            <a:avLst/>
          </a:prstGeom>
          <a:noFill/>
          <a:ln w="19050">
            <a:solidFill>
              <a:srgbClr val="08111F">
                <a:alpha val="90000"/>
              </a:srgbClr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668512" y="616305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51" name="Text 48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811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投资人叙事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投资人叙事</dc:title>
  <dc:subject>Editable style candidate sample</dc:subject>
  <dc:creator>Codex</dc:creator>
  <cp:lastModifiedBy>Codex</cp:lastModifiedBy>
  <cp:revision>1</cp:revision>
  <dcterms:created xsi:type="dcterms:W3CDTF">2026-05-07T10:25:47Z</dcterms:created>
  <dcterms:modified xsi:type="dcterms:W3CDTF">2026-05-07T10:25:47Z</dcterms:modified>
</cp:coreProperties>
</file>