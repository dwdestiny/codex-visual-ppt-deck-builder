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style-library-v1/assets/background-editorial-magaz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48656" y="53583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8CFC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4672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ISSUE 01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04672" y="731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 AI 应用趋势调研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1682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趋势洞察报告样张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804672" y="1883664"/>
            <a:ext cx="1170432" cy="0"/>
          </a:xfrm>
          <a:prstGeom prst="line">
            <a:avLst/>
          </a:prstGeom>
          <a:noFill/>
          <a:ln w="15240">
            <a:solidFill>
              <a:srgbClr val="111827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322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核心观点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804672" y="2761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应用的下一阶段不是工具清单竞争，而是组织是否能把判断、素材和流程沉淀成可复用能力。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22960" y="3602736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35478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观点先行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822960" y="3895344"/>
            <a:ext cx="73152" cy="73152"/>
          </a:xfrm>
          <a:prstGeom prst="ellipse">
            <a:avLst/>
          </a:prstGeom>
          <a:solidFill>
            <a:srgbClr val="D726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8404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案例支撑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822960" y="4187952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4133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节奏留白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822960" y="49743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6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主叙事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822960" y="5212080"/>
            <a:ext cx="512064" cy="0"/>
          </a:xfrm>
          <a:prstGeom prst="line">
            <a:avLst/>
          </a:prstGeom>
          <a:noFill/>
          <a:ln w="17780">
            <a:solidFill>
              <a:srgbClr val="111827">
                <a:alpha val="84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2669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395728" y="49743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6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章节节奏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395728" y="5212080"/>
            <a:ext cx="512064" cy="0"/>
          </a:xfrm>
          <a:prstGeom prst="line">
            <a:avLst/>
          </a:prstGeom>
          <a:noFill/>
          <a:ln w="17780">
            <a:solidFill>
              <a:srgbClr val="111827">
                <a:alpha val="84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95728" y="52669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5页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968496" y="49743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D66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证据结构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968496" y="5212080"/>
            <a:ext cx="512064" cy="0"/>
          </a:xfrm>
          <a:prstGeom prst="line">
            <a:avLst/>
          </a:prstGeom>
          <a:noFill/>
          <a:ln w="17780">
            <a:solidFill>
              <a:srgbClr val="111827">
                <a:alpha val="84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68496" y="526694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3层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62940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证据走向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6437376" y="1883664"/>
            <a:ext cx="3730752" cy="0"/>
          </a:xfrm>
          <a:prstGeom prst="line">
            <a:avLst/>
          </a:prstGeom>
          <a:noFill/>
          <a:ln w="15240">
            <a:solidFill>
              <a:srgbClr val="111827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37376" y="4846320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38544" y="4183563"/>
            <a:ext cx="681228" cy="66275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4974336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7520940" y="3576036"/>
            <a:ext cx="681228" cy="1270284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84364" y="4974336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8403336" y="2996123"/>
            <a:ext cx="681228" cy="185019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48472" y="2868107"/>
            <a:ext cx="790956" cy="0"/>
          </a:xfrm>
          <a:prstGeom prst="line">
            <a:avLst/>
          </a:prstGeom>
          <a:noFill/>
          <a:ln w="12700">
            <a:solidFill>
              <a:srgbClr val="111827">
                <a:alpha val="9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66760" y="4974336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9285732" y="2554285"/>
            <a:ext cx="681228" cy="2292035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49156" y="4974336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8101584" y="6254496"/>
            <a:ext cx="475488" cy="0"/>
          </a:xfrm>
          <a:prstGeom prst="line">
            <a:avLst/>
          </a:prstGeom>
          <a:noFill/>
          <a:ln w="19050">
            <a:solidFill>
              <a:srgbClr val="111827">
                <a:alpha val="9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23376" y="6163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1" name="Text 3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编辑杂志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编辑杂志</dc:title>
  <dc:subject>Editable style candidate sample</dc:subject>
  <dc:creator>Codex</dc:creator>
  <cp:lastModifiedBy>Codex</cp:lastModifiedBy>
  <cp:revision>1</cp:revision>
  <dcterms:created xsi:type="dcterms:W3CDTF">2026-05-07T10:25:46Z</dcterms:created>
  <dcterms:modified xsi:type="dcterms:W3CDTF">2026-05-07T10:25:46Z</dcterms:modified>
</cp:coreProperties>
</file>