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6"/>
          </a:solidFill>
          <a:ln w="12700">
            <a:solidFill>
              <a:srgbClr val="FFF7E6">
                <a:alpha val="0"/>
              </a:srgbClr>
            </a:solidFill>
            <a:prstDash val="solid"/>
          </a:ln>
        </p:spPr>
      </p:sp>
      <p:pic>
        <p:nvPicPr>
          <p:cNvPr id="3" name="Image 0" descr="/Users/dw/Desktop/codex-visual-ppt-deck-builder/effect-tests/style-library-v1/assets/background-playful-an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6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120640" y="822960"/>
            <a:ext cx="91440" cy="91440"/>
          </a:xfrm>
          <a:prstGeom prst="ellipse">
            <a:avLst/>
          </a:prstGeom>
          <a:solidFill>
            <a:srgbClr val="FFC93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13248" y="932688"/>
            <a:ext cx="91440" cy="91440"/>
          </a:xfrm>
          <a:prstGeom prst="ellipse">
            <a:avLst/>
          </a:prstGeom>
          <a:solidFill>
            <a:srgbClr val="FF9EB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05856" y="786384"/>
            <a:ext cx="91440" cy="91440"/>
          </a:xfrm>
          <a:prstGeom prst="ellipse">
            <a:avLst/>
          </a:prstGeom>
          <a:solidFill>
            <a:srgbClr val="8FD3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38404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AI COURSE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658368" y="74980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AI 应用趋势调研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94944" y="15361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培训课程样张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2743200" y="1874520"/>
            <a:ext cx="914400" cy="0"/>
          </a:xfrm>
          <a:prstGeom prst="line">
            <a:avLst/>
          </a:prstGeom>
          <a:noFill/>
          <a:ln w="15240">
            <a:solidFill>
              <a:srgbClr val="F59E0B">
                <a:alpha val="88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61488" y="20482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学习目标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2761488" y="2542032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8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用轻量案例解释 AI 应用趋势，让非技术团队也能判断哪些场景值得优先试点。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2779776" y="3310128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44368" y="3255264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看懂趋势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2779776" y="3657600"/>
            <a:ext cx="73152" cy="73152"/>
          </a:xfrm>
          <a:prstGeom prst="ellipse">
            <a:avLst/>
          </a:prstGeom>
          <a:solidFill>
            <a:srgbClr val="FF7AA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44368" y="3602736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识别场景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2779776" y="4005072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944368" y="395020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设计试点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2670048" y="5010912"/>
            <a:ext cx="530352" cy="0"/>
          </a:xfrm>
          <a:prstGeom prst="line">
            <a:avLst/>
          </a:prstGeom>
          <a:noFill/>
          <a:ln w="25400">
            <a:solidFill>
              <a:srgbClr val="F59E0B">
                <a:alpha val="92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670048" y="5138928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4课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2670048" y="5504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课程模块</a:t>
            </a:r>
            <a:endParaRPr lang="en-US" sz="760" dirty="0"/>
          </a:p>
        </p:txBody>
      </p:sp>
      <p:sp>
        <p:nvSpPr>
          <p:cNvPr id="23" name="Shape 20"/>
          <p:cNvSpPr/>
          <p:nvPr/>
        </p:nvSpPr>
        <p:spPr>
          <a:xfrm>
            <a:off x="4242816" y="5010912"/>
            <a:ext cx="530352" cy="0"/>
          </a:xfrm>
          <a:prstGeom prst="line">
            <a:avLst/>
          </a:prstGeom>
          <a:noFill/>
          <a:ln w="25400">
            <a:solidFill>
              <a:srgbClr val="FF7AA2">
                <a:alpha val="92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242816" y="5138928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7AA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73%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4242816" y="5504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练习完成率</a:t>
            </a:r>
            <a:endParaRPr lang="en-US" sz="760" dirty="0"/>
          </a:p>
        </p:txBody>
      </p:sp>
      <p:sp>
        <p:nvSpPr>
          <p:cNvPr id="26" name="Shape 23"/>
          <p:cNvSpPr/>
          <p:nvPr/>
        </p:nvSpPr>
        <p:spPr>
          <a:xfrm>
            <a:off x="5815584" y="5010912"/>
            <a:ext cx="530352" cy="0"/>
          </a:xfrm>
          <a:prstGeom prst="line">
            <a:avLst/>
          </a:prstGeom>
          <a:noFill/>
          <a:ln w="25400">
            <a:solidFill>
              <a:srgbClr val="F59E0B">
                <a:alpha val="92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15584" y="5138928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3步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5815584" y="5504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试点方法</a:t>
            </a:r>
            <a:endParaRPr lang="en-US" sz="760" dirty="0"/>
          </a:p>
        </p:txBody>
      </p:sp>
      <p:sp>
        <p:nvSpPr>
          <p:cNvPr id="29" name="Text 26"/>
          <p:cNvSpPr/>
          <p:nvPr/>
        </p:nvSpPr>
        <p:spPr>
          <a:xfrm>
            <a:off x="6812280" y="17190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学习热度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6565392" y="2011680"/>
            <a:ext cx="3931920" cy="0"/>
          </a:xfrm>
          <a:prstGeom prst="line">
            <a:avLst/>
          </a:prstGeom>
          <a:noFill/>
          <a:ln w="1524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565392" y="4773168"/>
            <a:ext cx="3931920" cy="0"/>
          </a:xfrm>
          <a:prstGeom prst="line">
            <a:avLst/>
          </a:prstGeom>
          <a:noFill/>
          <a:ln w="12700">
            <a:solidFill>
              <a:srgbClr val="586174">
                <a:alpha val="7000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766560" y="3851453"/>
            <a:ext cx="731520" cy="92171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068312" y="3778301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729984" y="490118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8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认知</a:t>
            </a:r>
            <a:endParaRPr lang="en-US" sz="680" dirty="0"/>
          </a:p>
        </p:txBody>
      </p:sp>
      <p:sp>
        <p:nvSpPr>
          <p:cNvPr id="35" name="Shape 32"/>
          <p:cNvSpPr/>
          <p:nvPr/>
        </p:nvSpPr>
        <p:spPr>
          <a:xfrm>
            <a:off x="7699248" y="3288182"/>
            <a:ext cx="731520" cy="1484986"/>
          </a:xfrm>
          <a:prstGeom prst="rect">
            <a:avLst/>
          </a:prstGeom>
          <a:solidFill>
            <a:srgbClr val="FF7AA2"/>
          </a:solidFill>
          <a:ln w="12700">
            <a:solidFill>
              <a:srgbClr val="FF7AA2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001000" y="3215030"/>
            <a:ext cx="128016" cy="128016"/>
          </a:xfrm>
          <a:prstGeom prst="ellipse">
            <a:avLst/>
          </a:prstGeom>
          <a:solidFill>
            <a:srgbClr val="FF7AA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662672" y="490118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8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体验</a:t>
            </a:r>
            <a:endParaRPr lang="en-US" sz="680" dirty="0"/>
          </a:p>
        </p:txBody>
      </p:sp>
      <p:sp>
        <p:nvSpPr>
          <p:cNvPr id="38" name="Shape 35"/>
          <p:cNvSpPr/>
          <p:nvPr/>
        </p:nvSpPr>
        <p:spPr>
          <a:xfrm>
            <a:off x="8631936" y="2878531"/>
            <a:ext cx="731520" cy="189463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933688" y="2805379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595360" y="490118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8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练习</a:t>
            </a:r>
            <a:endParaRPr lang="en-US" sz="680" dirty="0"/>
          </a:p>
        </p:txBody>
      </p:sp>
      <p:sp>
        <p:nvSpPr>
          <p:cNvPr id="41" name="Shape 38"/>
          <p:cNvSpPr/>
          <p:nvPr/>
        </p:nvSpPr>
        <p:spPr>
          <a:xfrm>
            <a:off x="9564624" y="2571293"/>
            <a:ext cx="731520" cy="2201875"/>
          </a:xfrm>
          <a:prstGeom prst="rect">
            <a:avLst/>
          </a:prstGeom>
          <a:solidFill>
            <a:srgbClr val="FF7AA2"/>
          </a:solidFill>
          <a:ln w="12700">
            <a:solidFill>
              <a:srgbClr val="FF7AA2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9866376" y="2498141"/>
            <a:ext cx="128016" cy="128016"/>
          </a:xfrm>
          <a:prstGeom prst="ellipse">
            <a:avLst/>
          </a:prstGeom>
          <a:solidFill>
            <a:srgbClr val="FF7AA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528048" y="490118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8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复盘</a:t>
            </a:r>
            <a:endParaRPr lang="en-US" sz="680" dirty="0"/>
          </a:p>
        </p:txBody>
      </p:sp>
      <p:sp>
        <p:nvSpPr>
          <p:cNvPr id="44" name="Shape 41"/>
          <p:cNvSpPr/>
          <p:nvPr/>
        </p:nvSpPr>
        <p:spPr>
          <a:xfrm>
            <a:off x="2761488" y="6254496"/>
            <a:ext cx="475488" cy="0"/>
          </a:xfrm>
          <a:prstGeom prst="line">
            <a:avLst/>
          </a:prstGeom>
          <a:noFill/>
          <a:ln w="19050">
            <a:solidFill>
              <a:srgbClr val="F59E0B">
                <a:alpha val="9000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383280" y="616305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58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文字、数字和图表标签均为 PPT 可编辑对象</a:t>
            </a:r>
            <a:endParaRPr lang="en-US" sz="740" dirty="0"/>
          </a:p>
        </p:txBody>
      </p:sp>
      <p:sp>
        <p:nvSpPr>
          <p:cNvPr id="46" name="Text 43"/>
          <p:cNvSpPr/>
          <p:nvPr/>
        </p:nvSpPr>
        <p:spPr>
          <a:xfrm>
            <a:off x="9875520" y="629107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F59E0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活泼动漫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codex-visual-asset-skills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AI 应用趋势调研 - 活泼动漫</dc:title>
  <dc:subject>Editable style candidate sample</dc:subject>
  <dc:creator>Codex</dc:creator>
  <cp:lastModifiedBy>Codex</cp:lastModifiedBy>
  <cp:revision>1</cp:revision>
  <dcterms:created xsi:type="dcterms:W3CDTF">2026-05-07T10:25:44Z</dcterms:created>
  <dcterms:modified xsi:type="dcterms:W3CDTF">2026-05-07T10:25:44Z</dcterms:modified>
</cp:coreProperties>
</file>