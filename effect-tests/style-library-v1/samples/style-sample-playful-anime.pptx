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-365760"/>
            <a:ext cx="2926080" cy="2011680"/>
          </a:xfrm>
          <a:prstGeom prst="arc">
            <a:avLst/>
          </a:prstGeom>
          <a:solidFill>
            <a:srgbClr val="FFC93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0" y="5212080"/>
            <a:ext cx="2377440" cy="1645920"/>
          </a:xfrm>
          <a:prstGeom prst="arc">
            <a:avLst/>
          </a:prstGeom>
          <a:solidFill>
            <a:srgbClr val="8FD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94944" y="142646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培训课程样张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0" y="1874520"/>
            <a:ext cx="4251960" cy="0"/>
          </a:xfrm>
          <a:prstGeom prst="line">
            <a:avLst/>
          </a:prstGeom>
          <a:noFill/>
          <a:ln w="15240">
            <a:solidFill>
              <a:srgbClr val="F59E0B">
                <a:alpha val="8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0574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学习目标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743200" y="2560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用轻量案例解释 AI 应用趋势，让非技术团队也能判断哪些场景值得优先试点。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61488" y="335584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30098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看懂趋势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2761488" y="3685032"/>
            <a:ext cx="73152" cy="7315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3630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识别场景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761488" y="401421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395935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设计试点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2651760" y="4983480"/>
            <a:ext cx="530352" cy="0"/>
          </a:xfrm>
          <a:prstGeom prst="line">
            <a:avLst/>
          </a:prstGeom>
          <a:noFill/>
          <a:ln w="25400">
            <a:solidFill>
              <a:srgbClr val="F59E0B">
                <a:alpha val="8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4课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65176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课程模块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4343400" y="4983480"/>
            <a:ext cx="530352" cy="0"/>
          </a:xfrm>
          <a:prstGeom prst="line">
            <a:avLst/>
          </a:prstGeom>
          <a:noFill/>
          <a:ln w="25400">
            <a:solidFill>
              <a:srgbClr val="FF7AA2">
                <a:alpha val="8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AA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4340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练习完成率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6035040" y="4983480"/>
            <a:ext cx="530352" cy="0"/>
          </a:xfrm>
          <a:prstGeom prst="line">
            <a:avLst/>
          </a:prstGeom>
          <a:noFill/>
          <a:ln w="25400">
            <a:solidFill>
              <a:srgbClr val="F59E0B">
                <a:alpha val="8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35040" y="511149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3步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035040" y="5477256"/>
            <a:ext cx="152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试点方法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6793992" y="17647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793992" y="2148840"/>
            <a:ext cx="3840480" cy="0"/>
          </a:xfrm>
          <a:prstGeom prst="line">
            <a:avLst/>
          </a:prstGeom>
          <a:noFill/>
          <a:ln w="15240">
            <a:solidFill>
              <a:srgbClr val="F59E0B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0840" y="4745736"/>
            <a:ext cx="3840480" cy="0"/>
          </a:xfrm>
          <a:prstGeom prst="line">
            <a:avLst/>
          </a:prstGeom>
          <a:noFill/>
          <a:ln w="12700">
            <a:solidFill>
              <a:srgbClr val="586174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22008" y="3808659"/>
            <a:ext cx="708660" cy="937077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487375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认知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7831836" y="3317809"/>
            <a:ext cx="708660" cy="1427927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5260" y="487375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8741664" y="3005450"/>
            <a:ext cx="708660" cy="174028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05088" y="487375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9651492" y="2715402"/>
            <a:ext cx="708660" cy="2030334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14916" y="4873752"/>
            <a:ext cx="7818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活泼动漫</dc:title>
  <dc:subject>Editable style candidate sample</dc:subject>
  <dc:creator>Codex</dc:creator>
  <cp:lastModifiedBy>Codex</cp:lastModifiedBy>
  <cp:revision>1</cp:revision>
  <dcterms:created xsi:type="dcterms:W3CDTF">2026-05-07T09:50:47Z</dcterms:created>
  <dcterms:modified xsi:type="dcterms:W3CDTF">2026-05-07T09:50:47Z</dcterms:modified>
</cp:coreProperties>
</file>