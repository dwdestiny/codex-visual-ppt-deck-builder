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w/Desktop/codex-visual-ppt-deck-builder/effect-tests/multi-style-pptx-v1/assets/background-editorial-magaz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21792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9D334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pPr indent="0" marL="0">
              <a:buNone/>
            </a:pPr>
            <a:r>
              <a:rPr lang="en-US" sz="2700" b="1" dirty="0">
                <a:solidFill>
                  <a:srgbClr val="F5EF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AI 内容商业观察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94944" y="13167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8B88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从流量实验到组织叙事能力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86384" y="1828800"/>
            <a:ext cx="3127248" cy="0"/>
          </a:xfrm>
          <a:prstGeom prst="line">
            <a:avLst/>
          </a:prstGeom>
          <a:noFill/>
          <a:ln w="12700">
            <a:solidFill>
              <a:srgbClr val="9D3340">
                <a:alpha val="88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" y="19751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9D334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760" dirty="0"/>
          </a:p>
        </p:txBody>
      </p:sp>
      <p:sp>
        <p:nvSpPr>
          <p:cNvPr id="7" name="Text 4"/>
          <p:cNvSpPr/>
          <p:nvPr/>
        </p:nvSpPr>
        <p:spPr>
          <a:xfrm>
            <a:off x="1316736" y="1901952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内容团队开始从数量转向质量结构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316736" y="2249424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7BBB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不只是提高产量，更重要的是把选题、资料、审稿和复盘变成稳定流程。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786384" y="2651760"/>
            <a:ext cx="3127248" cy="0"/>
          </a:xfrm>
          <a:prstGeom prst="line">
            <a:avLst/>
          </a:prstGeom>
          <a:noFill/>
          <a:ln w="12700">
            <a:solidFill>
              <a:srgbClr val="D8B889">
                <a:alpha val="58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27980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D8B88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760" dirty="0"/>
          </a:p>
        </p:txBody>
      </p:sp>
      <p:sp>
        <p:nvSpPr>
          <p:cNvPr id="11" name="Text 8"/>
          <p:cNvSpPr/>
          <p:nvPr/>
        </p:nvSpPr>
        <p:spPr>
          <a:xfrm>
            <a:off x="1316736" y="2724912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品牌叙事需要更强的证据密度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316736" y="3072384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7BBB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用户对空泛表达的耐心下降，观点、案例、数据和视觉节奏必须同时成立。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86384" y="3474720"/>
            <a:ext cx="3127248" cy="0"/>
          </a:xfrm>
          <a:prstGeom prst="line">
            <a:avLst/>
          </a:prstGeom>
          <a:noFill/>
          <a:ln w="12700">
            <a:solidFill>
              <a:srgbClr val="6F7E8B">
                <a:alpha val="58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62102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6F7E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760" dirty="0"/>
          </a:p>
        </p:txBody>
      </p:sp>
      <p:sp>
        <p:nvSpPr>
          <p:cNvPr id="15" name="Text 12"/>
          <p:cNvSpPr/>
          <p:nvPr/>
        </p:nvSpPr>
        <p:spPr>
          <a:xfrm>
            <a:off x="1316736" y="3547872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高质量素材库会成为复利资产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316736" y="3895344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7BBB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可复用图片、图表和页面模块让内容从单篇发布升级为长期运营。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5468112" y="106070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F5EF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内容资产复利指数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5468112" y="1444752"/>
            <a:ext cx="292608" cy="0"/>
          </a:xfrm>
          <a:prstGeom prst="line">
            <a:avLst/>
          </a:prstGeom>
          <a:noFill/>
          <a:ln w="12700">
            <a:solidFill>
              <a:srgbClr val="9D33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69864" y="3931920"/>
            <a:ext cx="4050792" cy="0"/>
          </a:xfrm>
          <a:prstGeom prst="line">
            <a:avLst/>
          </a:prstGeom>
          <a:noFill/>
          <a:ln w="12700">
            <a:solidFill>
              <a:srgbClr val="A99B8D">
                <a:alpha val="74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40680" y="386791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C62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5769864" y="3451860"/>
            <a:ext cx="4050792" cy="0"/>
          </a:xfrm>
          <a:prstGeom prst="line">
            <a:avLst/>
          </a:prstGeom>
          <a:noFill/>
          <a:ln w="12700">
            <a:solidFill>
              <a:srgbClr val="A99B8D">
                <a:alpha val="42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40680" y="338785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C62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5769864" y="2971800"/>
            <a:ext cx="4050792" cy="0"/>
          </a:xfrm>
          <a:prstGeom prst="line">
            <a:avLst/>
          </a:prstGeom>
          <a:noFill/>
          <a:ln w="12700">
            <a:solidFill>
              <a:srgbClr val="A99B8D">
                <a:alpha val="42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40680" y="290779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C62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</a:t>
            </a:r>
            <a:endParaRPr lang="en-US" sz="650" dirty="0"/>
          </a:p>
        </p:txBody>
      </p:sp>
      <p:sp>
        <p:nvSpPr>
          <p:cNvPr id="25" name="Shape 22"/>
          <p:cNvSpPr/>
          <p:nvPr/>
        </p:nvSpPr>
        <p:spPr>
          <a:xfrm>
            <a:off x="5769864" y="2491740"/>
            <a:ext cx="4050792" cy="0"/>
          </a:xfrm>
          <a:prstGeom prst="line">
            <a:avLst/>
          </a:prstGeom>
          <a:noFill/>
          <a:ln w="12700">
            <a:solidFill>
              <a:srgbClr val="A99B8D">
                <a:alpha val="42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40680" y="242773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C62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75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769864" y="2011680"/>
            <a:ext cx="4050792" cy="0"/>
          </a:xfrm>
          <a:prstGeom prst="line">
            <a:avLst/>
          </a:prstGeom>
          <a:noFill/>
          <a:ln w="12700">
            <a:solidFill>
              <a:srgbClr val="A99B8D">
                <a:alpha val="42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40680" y="194767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C62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6085949" y="3027213"/>
            <a:ext cx="380528" cy="904707"/>
          </a:xfrm>
          <a:prstGeom prst="rect">
            <a:avLst/>
          </a:prstGeom>
          <a:solidFill>
            <a:srgbClr val="9D3340">
              <a:alpha val="92000"/>
            </a:srgbClr>
          </a:solidFill>
          <a:ln w="12700">
            <a:solidFill>
              <a:srgbClr val="9D3340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76221" y="2789469"/>
            <a:ext cx="59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51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797296" y="4059936"/>
            <a:ext cx="957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选题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池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098647" y="2814340"/>
            <a:ext cx="380528" cy="1117580"/>
          </a:xfrm>
          <a:prstGeom prst="rect">
            <a:avLst/>
          </a:prstGeom>
          <a:solidFill>
            <a:srgbClr val="C45F54">
              <a:alpha val="92000"/>
            </a:srgbClr>
          </a:solidFill>
          <a:ln w="12700">
            <a:solidFill>
              <a:srgbClr val="C45F54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88919" y="2576596"/>
            <a:ext cx="59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63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809994" y="4059936"/>
            <a:ext cx="957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资料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库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8111345" y="2530511"/>
            <a:ext cx="380528" cy="1401409"/>
          </a:xfrm>
          <a:prstGeom prst="rect">
            <a:avLst/>
          </a:prstGeom>
          <a:solidFill>
            <a:srgbClr val="D8B889">
              <a:alpha val="92000"/>
            </a:srgbClr>
          </a:solidFill>
          <a:ln w="12700">
            <a:solidFill>
              <a:srgbClr val="D8B889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01617" y="2292767"/>
            <a:ext cx="59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79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7822692" y="4059936"/>
            <a:ext cx="957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视觉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资产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9124043" y="2335378"/>
            <a:ext cx="380528" cy="1596542"/>
          </a:xfrm>
          <a:prstGeom prst="rect">
            <a:avLst/>
          </a:prstGeom>
          <a:solidFill>
            <a:srgbClr val="6F7E8B">
              <a:alpha val="92000"/>
            </a:srgbClr>
          </a:solidFill>
          <a:ln w="12700">
            <a:solidFill>
              <a:srgbClr val="6F7E8B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014315" y="2097634"/>
            <a:ext cx="599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90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835390" y="4059936"/>
            <a:ext cx="957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B27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6276213" y="3173517"/>
            <a:ext cx="1012698" cy="-212872"/>
          </a:xfrm>
          <a:prstGeom prst="line">
            <a:avLst/>
          </a:prstGeom>
          <a:noFill/>
          <a:ln w="12700">
            <a:solidFill>
              <a:srgbClr val="9D334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88911" y="2960644"/>
            <a:ext cx="1012698" cy="-283830"/>
          </a:xfrm>
          <a:prstGeom prst="line">
            <a:avLst/>
          </a:prstGeom>
          <a:noFill/>
          <a:ln w="12700">
            <a:solidFill>
              <a:srgbClr val="9D334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301609" y="2676815"/>
            <a:ext cx="1012698" cy="-195133"/>
          </a:xfrm>
          <a:prstGeom prst="line">
            <a:avLst/>
          </a:prstGeom>
          <a:noFill/>
          <a:ln w="12700">
            <a:solidFill>
              <a:srgbClr val="9D334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21349" y="3118653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D334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234047" y="290578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D334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46745" y="2621951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D334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259443" y="242681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D334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254496" y="4462272"/>
            <a:ext cx="37307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dirty="0">
                <a:solidFill>
                  <a:srgbClr val="75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示例数据，仅用于视觉样张</a:t>
            </a:r>
            <a:endParaRPr lang="en-US" sz="520" dirty="0"/>
          </a:p>
        </p:txBody>
      </p:sp>
      <p:sp>
        <p:nvSpPr>
          <p:cNvPr id="49" name="Shape 46"/>
          <p:cNvSpPr/>
          <p:nvPr/>
        </p:nvSpPr>
        <p:spPr>
          <a:xfrm>
            <a:off x="5394960" y="4681728"/>
            <a:ext cx="4553712" cy="0"/>
          </a:xfrm>
          <a:prstGeom prst="line">
            <a:avLst/>
          </a:prstGeom>
          <a:noFill/>
          <a:ln w="12700">
            <a:solidFill>
              <a:srgbClr val="6A625C">
                <a:alpha val="78000"/>
              </a:srgbClr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394960" y="47731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20" b="1" dirty="0">
                <a:solidFill>
                  <a:srgbClr val="D8B88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57%</a:t>
            </a:r>
            <a:endParaRPr lang="en-US" sz="1820" dirty="0"/>
          </a:p>
        </p:txBody>
      </p:sp>
      <p:sp>
        <p:nvSpPr>
          <p:cNvPr id="51" name="Text 48"/>
          <p:cNvSpPr/>
          <p:nvPr/>
        </p:nvSpPr>
        <p:spPr>
          <a:xfrm>
            <a:off x="5394960" y="5166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D8CFC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选题复用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6912864" y="47731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20" b="1" dirty="0">
                <a:solidFill>
                  <a:srgbClr val="F5EF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2.8x</a:t>
            </a:r>
            <a:endParaRPr lang="en-US" sz="1820" dirty="0"/>
          </a:p>
        </p:txBody>
      </p:sp>
      <p:sp>
        <p:nvSpPr>
          <p:cNvPr id="53" name="Text 50"/>
          <p:cNvSpPr/>
          <p:nvPr/>
        </p:nvSpPr>
        <p:spPr>
          <a:xfrm>
            <a:off x="6912864" y="5166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D8CFC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审稿提速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8430768" y="47731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20" b="1" dirty="0">
                <a:solidFill>
                  <a:srgbClr val="9D334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20" dirty="0"/>
          </a:p>
        </p:txBody>
      </p:sp>
      <p:sp>
        <p:nvSpPr>
          <p:cNvPr id="55" name="Text 52"/>
          <p:cNvSpPr/>
          <p:nvPr/>
        </p:nvSpPr>
        <p:spPr>
          <a:xfrm>
            <a:off x="8430768" y="5166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D8CFC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内容复利</a:t>
            </a:r>
            <a:endParaRPr lang="en-US" sz="700" dirty="0"/>
          </a:p>
        </p:txBody>
      </p:sp>
      <p:sp>
        <p:nvSpPr>
          <p:cNvPr id="56" name="Text 53"/>
          <p:cNvSpPr/>
          <p:nvPr/>
        </p:nvSpPr>
        <p:spPr>
          <a:xfrm>
            <a:off x="1088136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BBB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1/1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内容商业观察</dc:title>
  <dc:subject>从流量实验到组织叙事能力</dc:subject>
  <dc:creator>Codex</dc:creator>
  <cp:lastModifiedBy>Codex</cp:lastModifiedBy>
  <cp:revision>1</cp:revision>
  <dcterms:created xsi:type="dcterms:W3CDTF">2026-05-07T13:38:21Z</dcterms:created>
  <dcterms:modified xsi:type="dcterms:W3CDTF">2026-05-07T13:38:21Z</dcterms:modified>
</cp:coreProperties>
</file>