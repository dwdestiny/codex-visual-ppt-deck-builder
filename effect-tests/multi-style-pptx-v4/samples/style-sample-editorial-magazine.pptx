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ppt-deck-builder/effect-tests/multi-style-pptx-v4/assets/background-editorial-magaz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248656" y="53583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8CFC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212848" y="38404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D726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ISSUE 01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2212848" y="7315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2026 AI 应用趋势调研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231136" y="16824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6B55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趋势洞察报告样张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2212848" y="1883664"/>
            <a:ext cx="1170432" cy="0"/>
          </a:xfrm>
          <a:prstGeom prst="line">
            <a:avLst/>
          </a:prstGeom>
          <a:noFill/>
          <a:ln w="15240">
            <a:solidFill>
              <a:srgbClr val="111827">
                <a:alpha val="9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12848" y="23225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核心观点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2212848" y="276148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应用的下一阶段不是工具清单竞争，而是组织是否能把判断、素材和流程沉淀成可复用能力。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2231136" y="3602736"/>
            <a:ext cx="73152" cy="73152"/>
          </a:xfrm>
          <a:prstGeom prst="ellipse">
            <a:avLst/>
          </a:prstGeom>
          <a:solidFill>
            <a:srgbClr val="11182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95728" y="354787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观点先行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2231136" y="3895344"/>
            <a:ext cx="73152" cy="73152"/>
          </a:xfrm>
          <a:prstGeom prst="ellipse">
            <a:avLst/>
          </a:prstGeom>
          <a:solidFill>
            <a:srgbClr val="D7263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95728" y="3840480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案例支撑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2231136" y="4187952"/>
            <a:ext cx="73152" cy="73152"/>
          </a:xfrm>
          <a:prstGeom prst="ellipse">
            <a:avLst/>
          </a:prstGeom>
          <a:solidFill>
            <a:srgbClr val="11182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95728" y="413308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节奏留白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2212848" y="4974336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B728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主叙事</a:t>
            </a:r>
            <a:endParaRPr lang="en-US" sz="680" dirty="0"/>
          </a:p>
        </p:txBody>
      </p:sp>
      <p:sp>
        <p:nvSpPr>
          <p:cNvPr id="19" name="Shape 16"/>
          <p:cNvSpPr/>
          <p:nvPr/>
        </p:nvSpPr>
        <p:spPr>
          <a:xfrm>
            <a:off x="2212848" y="5212080"/>
            <a:ext cx="512064" cy="0"/>
          </a:xfrm>
          <a:prstGeom prst="line">
            <a:avLst/>
          </a:prstGeom>
          <a:noFill/>
          <a:ln w="17780">
            <a:solidFill>
              <a:srgbClr val="1F2937">
                <a:alpha val="84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212848" y="526694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01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602736" y="4974336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B728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章节节奏</a:t>
            </a:r>
            <a:endParaRPr lang="en-US" sz="680" dirty="0"/>
          </a:p>
        </p:txBody>
      </p:sp>
      <p:sp>
        <p:nvSpPr>
          <p:cNvPr id="22" name="Shape 19"/>
          <p:cNvSpPr/>
          <p:nvPr/>
        </p:nvSpPr>
        <p:spPr>
          <a:xfrm>
            <a:off x="3602736" y="5212080"/>
            <a:ext cx="512064" cy="0"/>
          </a:xfrm>
          <a:prstGeom prst="line">
            <a:avLst/>
          </a:prstGeom>
          <a:noFill/>
          <a:ln w="17780">
            <a:solidFill>
              <a:srgbClr val="111827">
                <a:alpha val="84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02736" y="526694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5页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992624" y="4974336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B728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证据结构</a:t>
            </a:r>
            <a:endParaRPr lang="en-US" sz="680" dirty="0"/>
          </a:p>
        </p:txBody>
      </p:sp>
      <p:sp>
        <p:nvSpPr>
          <p:cNvPr id="25" name="Shape 22"/>
          <p:cNvSpPr/>
          <p:nvPr/>
        </p:nvSpPr>
        <p:spPr>
          <a:xfrm>
            <a:off x="4992624" y="5212080"/>
            <a:ext cx="512064" cy="0"/>
          </a:xfrm>
          <a:prstGeom prst="line">
            <a:avLst/>
          </a:prstGeom>
          <a:noFill/>
          <a:ln w="17780">
            <a:solidFill>
              <a:srgbClr val="1F2937">
                <a:alpha val="84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92624" y="526694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3层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629400" y="17190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证据走向</a:t>
            </a:r>
            <a:endParaRPr lang="en-US" sz="1320" dirty="0"/>
          </a:p>
        </p:txBody>
      </p:sp>
      <p:sp>
        <p:nvSpPr>
          <p:cNvPr id="28" name="Shape 25"/>
          <p:cNvSpPr/>
          <p:nvPr/>
        </p:nvSpPr>
        <p:spPr>
          <a:xfrm>
            <a:off x="6437376" y="1883664"/>
            <a:ext cx="3730752" cy="0"/>
          </a:xfrm>
          <a:prstGeom prst="line">
            <a:avLst/>
          </a:prstGeom>
          <a:noFill/>
          <a:ln w="15240">
            <a:solidFill>
              <a:srgbClr val="111827">
                <a:alpha val="6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37376" y="2157984"/>
            <a:ext cx="3730752" cy="0"/>
          </a:xfrm>
          <a:prstGeom prst="line">
            <a:avLst/>
          </a:prstGeom>
          <a:noFill/>
          <a:ln w="15240">
            <a:solidFill>
              <a:srgbClr val="111827">
                <a:alpha val="88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37376" y="2359152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观点</a:t>
            </a:r>
            <a:endParaRPr lang="en-US" sz="680" dirty="0"/>
          </a:p>
        </p:txBody>
      </p:sp>
      <p:sp>
        <p:nvSpPr>
          <p:cNvPr id="31" name="Shape 28"/>
          <p:cNvSpPr/>
          <p:nvPr/>
        </p:nvSpPr>
        <p:spPr>
          <a:xfrm>
            <a:off x="7370064" y="2395728"/>
            <a:ext cx="643006" cy="137160"/>
          </a:xfrm>
          <a:prstGeom prst="rect">
            <a:avLst/>
          </a:prstGeom>
          <a:solidFill>
            <a:srgbClr val="111827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086222" y="2468880"/>
            <a:ext cx="2008754" cy="0"/>
          </a:xfrm>
          <a:prstGeom prst="line">
            <a:avLst/>
          </a:prstGeom>
          <a:noFill/>
          <a:ln w="10160">
            <a:solidFill>
              <a:srgbClr val="5D6673">
                <a:alpha val="24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37376" y="3036197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</a:t>
            </a:r>
            <a:endParaRPr lang="en-US" sz="680" dirty="0"/>
          </a:p>
        </p:txBody>
      </p:sp>
      <p:sp>
        <p:nvSpPr>
          <p:cNvPr id="34" name="Shape 31"/>
          <p:cNvSpPr/>
          <p:nvPr/>
        </p:nvSpPr>
        <p:spPr>
          <a:xfrm>
            <a:off x="7370064" y="3072773"/>
            <a:ext cx="1232428" cy="137160"/>
          </a:xfrm>
          <a:prstGeom prst="rect">
            <a:avLst/>
          </a:prstGeom>
          <a:solidFill>
            <a:srgbClr val="111827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675644" y="3145925"/>
            <a:ext cx="1419332" cy="0"/>
          </a:xfrm>
          <a:prstGeom prst="line">
            <a:avLst/>
          </a:prstGeom>
          <a:noFill/>
          <a:ln w="10160">
            <a:solidFill>
              <a:srgbClr val="5D6673">
                <a:alpha val="24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37376" y="3713242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7370064" y="3749818"/>
            <a:ext cx="1795059" cy="1371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238275" y="3822970"/>
            <a:ext cx="856701" cy="0"/>
          </a:xfrm>
          <a:prstGeom prst="line">
            <a:avLst/>
          </a:prstGeom>
          <a:noFill/>
          <a:ln w="10160">
            <a:solidFill>
              <a:srgbClr val="5D6673">
                <a:alpha val="24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37376" y="4390287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行动</a:t>
            </a:r>
            <a:endParaRPr lang="en-US" sz="680" dirty="0"/>
          </a:p>
        </p:txBody>
      </p:sp>
      <p:sp>
        <p:nvSpPr>
          <p:cNvPr id="40" name="Shape 37"/>
          <p:cNvSpPr/>
          <p:nvPr/>
        </p:nvSpPr>
        <p:spPr>
          <a:xfrm>
            <a:off x="7370064" y="4426863"/>
            <a:ext cx="2223729" cy="137160"/>
          </a:xfrm>
          <a:prstGeom prst="rect">
            <a:avLst/>
          </a:prstGeom>
          <a:solidFill>
            <a:srgbClr val="111827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666945" y="4500015"/>
            <a:ext cx="428031" cy="0"/>
          </a:xfrm>
          <a:prstGeom prst="line">
            <a:avLst/>
          </a:prstGeom>
          <a:noFill/>
          <a:ln w="10160">
            <a:solidFill>
              <a:srgbClr val="5D6673">
                <a:alpha val="24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101584" y="6254496"/>
            <a:ext cx="475488" cy="0"/>
          </a:xfrm>
          <a:prstGeom prst="line">
            <a:avLst/>
          </a:prstGeom>
          <a:noFill/>
          <a:ln w="19050">
            <a:solidFill>
              <a:srgbClr val="111827">
                <a:alpha val="90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723376" y="61630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文字、数字和图表标签均为 PPT 可编辑对象</a:t>
            </a:r>
            <a:endParaRPr lang="en-US" sz="740" dirty="0"/>
          </a:p>
        </p:txBody>
      </p:sp>
      <p:sp>
        <p:nvSpPr>
          <p:cNvPr id="44" name="Text 41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编辑杂志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编辑杂志</dc:title>
  <dc:subject>Editable style candidate sample</dc:subject>
  <dc:creator>Codex</dc:creator>
  <cp:lastModifiedBy>Codex</cp:lastModifiedBy>
  <cp:revision>1</cp:revision>
  <dcterms:created xsi:type="dcterms:W3CDTF">2026-05-07T17:16:04Z</dcterms:created>
  <dcterms:modified xsi:type="dcterms:W3CDTF">2026-05-07T17:16:04Z</dcterms:modified>
</cp:coreProperties>
</file>