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/Users/dw/Desktop/codex-visual-ppt-deck-builder/effect-tests/multi-style-pptx-v4/assets/background-minimal-premi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36208" y="1115568"/>
            <a:ext cx="0" cy="4498848"/>
          </a:xfrm>
          <a:prstGeom prst="line">
            <a:avLst/>
          </a:prstGeom>
          <a:noFill/>
          <a:ln w="12700">
            <a:solidFill>
              <a:srgbClr val="A7A7A7">
                <a:alpha val="55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3840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5050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BOARD BRIEF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58368" y="65836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694944" y="142646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董事会简报样张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9808" y="1920240"/>
            <a:ext cx="425196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2103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核心结论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9808" y="260604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应用正在从工具采购转向流程重构，真正的价值来自业务场景、数据闭环和组织协同。</a:t>
            </a:r>
            <a:endParaRPr lang="en-US" sz="1040" dirty="0"/>
          </a:p>
        </p:txBody>
      </p:sp>
      <p:sp>
        <p:nvSpPr>
          <p:cNvPr id="12" name="Shape 9"/>
          <p:cNvSpPr/>
          <p:nvPr/>
        </p:nvSpPr>
        <p:spPr>
          <a:xfrm>
            <a:off x="768096" y="3401568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3346704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从单点工具进入流程级改造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68096" y="3694176"/>
            <a:ext cx="73152" cy="73152"/>
          </a:xfrm>
          <a:prstGeom prst="ellipse">
            <a:avLst/>
          </a:prstGeom>
          <a:solidFill>
            <a:srgbClr val="4A4A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3639312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高频知识工作先出现回报</a:t>
            </a:r>
            <a:endParaRPr lang="en-US" sz="820" dirty="0"/>
          </a:p>
        </p:txBody>
      </p:sp>
      <p:sp>
        <p:nvSpPr>
          <p:cNvPr id="16" name="Shape 13"/>
          <p:cNvSpPr/>
          <p:nvPr/>
        </p:nvSpPr>
        <p:spPr>
          <a:xfrm>
            <a:off x="768096" y="3986784"/>
            <a:ext cx="73152" cy="73152"/>
          </a:xfrm>
          <a:prstGeom prst="ellipse">
            <a:avLst/>
          </a:prstGeom>
          <a:solidFill>
            <a:srgbClr val="05050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32688" y="39319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治理和复用能力决定放大速度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49808" y="4956048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9808" y="5084064"/>
            <a:ext cx="153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41%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49808" y="5449824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流程级改造占比</a:t>
            </a:r>
            <a:endParaRPr lang="en-US" sz="720" dirty="0"/>
          </a:p>
        </p:txBody>
      </p:sp>
      <p:sp>
        <p:nvSpPr>
          <p:cNvPr id="21" name="Shape 18"/>
          <p:cNvSpPr/>
          <p:nvPr/>
        </p:nvSpPr>
        <p:spPr>
          <a:xfrm>
            <a:off x="2426208" y="4956048"/>
            <a:ext cx="530352" cy="0"/>
          </a:xfrm>
          <a:prstGeom prst="line">
            <a:avLst/>
          </a:prstGeom>
          <a:noFill/>
          <a:ln w="25400">
            <a:solidFill>
              <a:srgbClr val="4A4A4A">
                <a:alpha val="78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426208" y="5084064"/>
            <a:ext cx="153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18周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2426208" y="5449824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组织落地周期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4102608" y="4956048"/>
            <a:ext cx="530352" cy="0"/>
          </a:xfrm>
          <a:prstGeom prst="line">
            <a:avLst/>
          </a:prstGeom>
          <a:noFill/>
          <a:ln w="25400">
            <a:solidFill>
              <a:srgbClr val="050505">
                <a:alpha val="7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02608" y="5084064"/>
            <a:ext cx="1530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4102608" y="5449824"/>
            <a:ext cx="1530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预算重排窗口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6611112" y="14447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5050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决策迁移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537960" y="1993392"/>
            <a:ext cx="4069080" cy="0"/>
          </a:xfrm>
          <a:prstGeom prst="line">
            <a:avLst/>
          </a:prstGeom>
          <a:noFill/>
          <a:ln w="15240">
            <a:solidFill>
              <a:srgbClr val="050505">
                <a:alpha val="6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37960" y="4791456"/>
            <a:ext cx="4069080" cy="0"/>
          </a:xfrm>
          <a:prstGeom prst="line">
            <a:avLst/>
          </a:prstGeom>
          <a:noFill/>
          <a:ln w="12700">
            <a:solidFill>
              <a:srgbClr val="A7A7A7">
                <a:alpha val="7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39128" y="3700760"/>
            <a:ext cx="765810" cy="1090696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02552" y="491947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680" dirty="0"/>
          </a:p>
        </p:txBody>
      </p:sp>
      <p:sp>
        <p:nvSpPr>
          <p:cNvPr id="32" name="Shape 29"/>
          <p:cNvSpPr/>
          <p:nvPr/>
        </p:nvSpPr>
        <p:spPr>
          <a:xfrm>
            <a:off x="7706106" y="3129443"/>
            <a:ext cx="765810" cy="1662013"/>
          </a:xfrm>
          <a:prstGeom prst="rect">
            <a:avLst/>
          </a:prstGeom>
          <a:solidFill>
            <a:srgbClr val="5D6673"/>
          </a:solidFill>
          <a:ln w="12700">
            <a:solidFill>
              <a:srgbClr val="5D6673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69530" y="491947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680" dirty="0"/>
          </a:p>
        </p:txBody>
      </p:sp>
      <p:sp>
        <p:nvSpPr>
          <p:cNvPr id="34" name="Shape 31"/>
          <p:cNvSpPr/>
          <p:nvPr/>
        </p:nvSpPr>
        <p:spPr>
          <a:xfrm>
            <a:off x="8673084" y="2765877"/>
            <a:ext cx="765810" cy="2025579"/>
          </a:xfrm>
          <a:prstGeom prst="rect">
            <a:avLst/>
          </a:prstGeom>
          <a:solidFill>
            <a:srgbClr val="050505"/>
          </a:solidFill>
          <a:ln w="12700">
            <a:solidFill>
              <a:srgbClr val="050505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36508" y="491947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680" dirty="0"/>
          </a:p>
        </p:txBody>
      </p:sp>
      <p:sp>
        <p:nvSpPr>
          <p:cNvPr id="36" name="Shape 33"/>
          <p:cNvSpPr/>
          <p:nvPr/>
        </p:nvSpPr>
        <p:spPr>
          <a:xfrm>
            <a:off x="9640062" y="2428281"/>
            <a:ext cx="765810" cy="2363175"/>
          </a:xfrm>
          <a:prstGeom prst="rect">
            <a:avLst/>
          </a:prstGeom>
          <a:solidFill>
            <a:srgbClr val="5D6673"/>
          </a:solidFill>
          <a:ln w="12700">
            <a:solidFill>
              <a:srgbClr val="5D6673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03486" y="491947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680" dirty="0"/>
          </a:p>
        </p:txBody>
      </p:sp>
      <p:sp>
        <p:nvSpPr>
          <p:cNvPr id="38" name="Shape 35"/>
          <p:cNvSpPr/>
          <p:nvPr/>
        </p:nvSpPr>
        <p:spPr>
          <a:xfrm>
            <a:off x="749808" y="6254496"/>
            <a:ext cx="475488" cy="0"/>
          </a:xfrm>
          <a:prstGeom prst="line">
            <a:avLst/>
          </a:prstGeom>
          <a:noFill/>
          <a:ln w="19050">
            <a:solidFill>
              <a:srgbClr val="050505">
                <a:alpha val="9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371600" y="616305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5D66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文字、数字和图表标签均为 PPT 可编辑对象</a:t>
            </a:r>
            <a:endParaRPr lang="en-US" sz="740" dirty="0"/>
          </a:p>
        </p:txBody>
      </p:sp>
      <p:sp>
        <p:nvSpPr>
          <p:cNvPr id="40" name="Text 37"/>
          <p:cNvSpPr/>
          <p:nvPr/>
        </p:nvSpPr>
        <p:spPr>
          <a:xfrm>
            <a:off x="9875520" y="629107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05050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简约高级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简约高级</dc:title>
  <dc:subject>Editable style candidate sample</dc:subject>
  <dc:creator>Codex</dc:creator>
  <cp:lastModifiedBy>Codex</cp:lastModifiedBy>
  <cp:revision>1</cp:revision>
  <dcterms:created xsi:type="dcterms:W3CDTF">2026-05-07T17:16:01Z</dcterms:created>
  <dcterms:modified xsi:type="dcterms:W3CDTF">2026-05-07T17:16:01Z</dcterms:modified>
</cp:coreProperties>
</file>