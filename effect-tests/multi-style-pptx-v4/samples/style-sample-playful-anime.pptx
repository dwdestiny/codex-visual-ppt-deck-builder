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F7E6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ppt-deck-builder/effect-tests/multi-style-pptx-v4/assets/background-playful-an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6">
              <a:alpha val="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120640" y="822960"/>
            <a:ext cx="91440" cy="9144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13248" y="932688"/>
            <a:ext cx="91440" cy="91440"/>
          </a:xfrm>
          <a:prstGeom prst="ellipse">
            <a:avLst/>
          </a:prstGeom>
          <a:solidFill>
            <a:srgbClr val="FF9E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05856" y="786384"/>
            <a:ext cx="91440" cy="91440"/>
          </a:xfrm>
          <a:prstGeom prst="ellipse">
            <a:avLst/>
          </a:prstGeom>
          <a:solidFill>
            <a:srgbClr val="8FD3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38404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AI COURSE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58368" y="74980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94944" y="15361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培训课程样张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2743200" y="1874520"/>
            <a:ext cx="914400" cy="0"/>
          </a:xfrm>
          <a:prstGeom prst="line">
            <a:avLst/>
          </a:prstGeom>
          <a:noFill/>
          <a:ln w="15240">
            <a:solidFill>
              <a:srgbClr val="F59E0B">
                <a:alpha val="8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61488" y="2048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学习目标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761488" y="254203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用轻量案例解释 AI 应用趋势，让非技术团队也能判断哪些场景值得优先试点。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2779776" y="331012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44368" y="325526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看懂趋势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2779776" y="3657600"/>
            <a:ext cx="73152" cy="73152"/>
          </a:xfrm>
          <a:prstGeom prst="ellipse">
            <a:avLst/>
          </a:prstGeom>
          <a:solidFill>
            <a:srgbClr val="FF7AA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44368" y="360273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识别场景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2779776" y="400507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44368" y="395020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设计试点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2670048" y="5010912"/>
            <a:ext cx="530352" cy="0"/>
          </a:xfrm>
          <a:prstGeom prst="line">
            <a:avLst/>
          </a:prstGeom>
          <a:noFill/>
          <a:ln w="25400">
            <a:solidFill>
              <a:srgbClr val="F59E0B">
                <a:alpha val="92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70048" y="5138928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4课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670048" y="5504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课程模块</a:t>
            </a:r>
            <a:endParaRPr lang="en-US" sz="760" dirty="0"/>
          </a:p>
        </p:txBody>
      </p:sp>
      <p:sp>
        <p:nvSpPr>
          <p:cNvPr id="23" name="Shape 20"/>
          <p:cNvSpPr/>
          <p:nvPr/>
        </p:nvSpPr>
        <p:spPr>
          <a:xfrm>
            <a:off x="4242816" y="5010912"/>
            <a:ext cx="530352" cy="0"/>
          </a:xfrm>
          <a:prstGeom prst="line">
            <a:avLst/>
          </a:prstGeom>
          <a:noFill/>
          <a:ln w="25400">
            <a:solidFill>
              <a:srgbClr val="FF7AA2">
                <a:alpha val="92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42816" y="5138928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7AA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242816" y="5504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练习完成率</a:t>
            </a:r>
            <a:endParaRPr lang="en-US" sz="760" dirty="0"/>
          </a:p>
        </p:txBody>
      </p:sp>
      <p:sp>
        <p:nvSpPr>
          <p:cNvPr id="26" name="Shape 23"/>
          <p:cNvSpPr/>
          <p:nvPr/>
        </p:nvSpPr>
        <p:spPr>
          <a:xfrm>
            <a:off x="5815584" y="5010912"/>
            <a:ext cx="530352" cy="0"/>
          </a:xfrm>
          <a:prstGeom prst="line">
            <a:avLst/>
          </a:prstGeom>
          <a:noFill/>
          <a:ln w="25400">
            <a:solidFill>
              <a:srgbClr val="F59E0B">
                <a:alpha val="92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15584" y="5138928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3步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815584" y="5504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试点方法</a:t>
            </a:r>
            <a:endParaRPr lang="en-US" sz="760" dirty="0"/>
          </a:p>
        </p:txBody>
      </p:sp>
      <p:sp>
        <p:nvSpPr>
          <p:cNvPr id="29" name="Text 26"/>
          <p:cNvSpPr/>
          <p:nvPr/>
        </p:nvSpPr>
        <p:spPr>
          <a:xfrm>
            <a:off x="6812280" y="17190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学习热度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6565392" y="2011680"/>
            <a:ext cx="3931920" cy="0"/>
          </a:xfrm>
          <a:prstGeom prst="line">
            <a:avLst/>
          </a:prstGeom>
          <a:noFill/>
          <a:ln w="1524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65392" y="235915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认知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7370064" y="2487168"/>
            <a:ext cx="2852928" cy="0"/>
          </a:xfrm>
          <a:prstGeom prst="line">
            <a:avLst/>
          </a:prstGeom>
          <a:noFill/>
          <a:ln w="12700">
            <a:solidFill>
              <a:srgbClr val="586174">
                <a:alpha val="28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370064" y="2414016"/>
            <a:ext cx="1027054" cy="146304"/>
          </a:xfrm>
          <a:prstGeom prst="rect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06640" y="244602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571232" y="2446020"/>
            <a:ext cx="64008" cy="64008"/>
          </a:xfrm>
          <a:prstGeom prst="ellipse">
            <a:avLst/>
          </a:prstGeom>
          <a:solidFill>
            <a:srgbClr val="586174">
              <a:alpha val="3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735824" y="2446020"/>
            <a:ext cx="64008" cy="64008"/>
          </a:xfrm>
          <a:prstGeom prst="ellipse">
            <a:avLst/>
          </a:prstGeom>
          <a:solidFill>
            <a:srgbClr val="586174">
              <a:alpha val="3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333110" y="2372868"/>
            <a:ext cx="164592" cy="164592"/>
          </a:xfrm>
          <a:prstGeom prst="ellipse">
            <a:avLst/>
          </a:prstGeom>
          <a:solidFill>
            <a:srgbClr val="F59E0B"/>
          </a:solidFill>
          <a:ln w="635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65392" y="298018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7370064" y="3108198"/>
            <a:ext cx="2852928" cy="0"/>
          </a:xfrm>
          <a:prstGeom prst="line">
            <a:avLst/>
          </a:prstGeom>
          <a:noFill/>
          <a:ln w="12700">
            <a:solidFill>
              <a:srgbClr val="586174">
                <a:alpha val="28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370064" y="3035046"/>
            <a:ext cx="1654698" cy="146304"/>
          </a:xfrm>
          <a:prstGeom prst="rect">
            <a:avLst/>
          </a:prstGeom>
          <a:solidFill>
            <a:srgbClr val="FF7AA2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406640" y="3067050"/>
            <a:ext cx="64008" cy="64008"/>
          </a:xfrm>
          <a:prstGeom prst="ellipse">
            <a:avLst/>
          </a:prstGeom>
          <a:solidFill>
            <a:srgbClr val="FF7AA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571232" y="3067050"/>
            <a:ext cx="64008" cy="64008"/>
          </a:xfrm>
          <a:prstGeom prst="ellipse">
            <a:avLst/>
          </a:prstGeom>
          <a:solidFill>
            <a:srgbClr val="FF7AA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735824" y="3067050"/>
            <a:ext cx="64008" cy="64008"/>
          </a:xfrm>
          <a:prstGeom prst="ellipse">
            <a:avLst/>
          </a:prstGeom>
          <a:solidFill>
            <a:srgbClr val="586174">
              <a:alpha val="3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960754" y="2993898"/>
            <a:ext cx="164592" cy="164592"/>
          </a:xfrm>
          <a:prstGeom prst="ellipse">
            <a:avLst/>
          </a:prstGeom>
          <a:solidFill>
            <a:srgbClr val="FF7AA2"/>
          </a:solidFill>
          <a:ln w="635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565392" y="360121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</a:t>
            </a:r>
            <a:endParaRPr lang="en-US" sz="680" dirty="0"/>
          </a:p>
        </p:txBody>
      </p:sp>
      <p:sp>
        <p:nvSpPr>
          <p:cNvPr id="46" name="Shape 43"/>
          <p:cNvSpPr/>
          <p:nvPr/>
        </p:nvSpPr>
        <p:spPr>
          <a:xfrm>
            <a:off x="7370064" y="3729228"/>
            <a:ext cx="2852928" cy="0"/>
          </a:xfrm>
          <a:prstGeom prst="line">
            <a:avLst/>
          </a:prstGeom>
          <a:noFill/>
          <a:ln w="12700">
            <a:solidFill>
              <a:srgbClr val="586174">
                <a:alpha val="28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370064" y="3656076"/>
            <a:ext cx="2111167" cy="146304"/>
          </a:xfrm>
          <a:prstGeom prst="rect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406640" y="368808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571232" y="368808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735824" y="368808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417223" y="3614928"/>
            <a:ext cx="164592" cy="164592"/>
          </a:xfrm>
          <a:prstGeom prst="ellipse">
            <a:avLst/>
          </a:prstGeom>
          <a:solidFill>
            <a:srgbClr val="F59E0B"/>
          </a:solidFill>
          <a:ln w="635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565392" y="422224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680" dirty="0"/>
          </a:p>
        </p:txBody>
      </p:sp>
      <p:sp>
        <p:nvSpPr>
          <p:cNvPr id="53" name="Shape 50"/>
          <p:cNvSpPr/>
          <p:nvPr/>
        </p:nvSpPr>
        <p:spPr>
          <a:xfrm>
            <a:off x="7370064" y="4350258"/>
            <a:ext cx="2852928" cy="0"/>
          </a:xfrm>
          <a:prstGeom prst="line">
            <a:avLst/>
          </a:prstGeom>
          <a:noFill/>
          <a:ln w="12700">
            <a:solidFill>
              <a:srgbClr val="586174">
                <a:alpha val="2800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370064" y="4277106"/>
            <a:ext cx="2453518" cy="146304"/>
          </a:xfrm>
          <a:prstGeom prst="rect">
            <a:avLst/>
          </a:prstGeom>
          <a:solidFill>
            <a:srgbClr val="FF7AA2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406640" y="4309110"/>
            <a:ext cx="64008" cy="64008"/>
          </a:xfrm>
          <a:prstGeom prst="ellipse">
            <a:avLst/>
          </a:prstGeom>
          <a:solidFill>
            <a:srgbClr val="FF7AA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571232" y="4309110"/>
            <a:ext cx="64008" cy="64008"/>
          </a:xfrm>
          <a:prstGeom prst="ellipse">
            <a:avLst/>
          </a:prstGeom>
          <a:solidFill>
            <a:srgbClr val="586174">
              <a:alpha val="3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735824" y="4309110"/>
            <a:ext cx="64008" cy="64008"/>
          </a:xfrm>
          <a:prstGeom prst="ellipse">
            <a:avLst/>
          </a:prstGeom>
          <a:solidFill>
            <a:srgbClr val="586174">
              <a:alpha val="3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759574" y="4235958"/>
            <a:ext cx="164592" cy="164592"/>
          </a:xfrm>
          <a:prstGeom prst="ellipse">
            <a:avLst/>
          </a:prstGeom>
          <a:solidFill>
            <a:srgbClr val="FF7AA2"/>
          </a:solidFill>
          <a:ln w="635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6254496"/>
            <a:ext cx="475488" cy="0"/>
          </a:xfrm>
          <a:prstGeom prst="line">
            <a:avLst/>
          </a:prstGeom>
          <a:noFill/>
          <a:ln w="1905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383280" y="616305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61" name="Text 58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59E0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活泼动漫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活泼动漫</dc:title>
  <dc:subject>Editable style candidate sample</dc:subject>
  <dc:creator>Codex</dc:creator>
  <cp:lastModifiedBy>Codex</cp:lastModifiedBy>
  <cp:revision>1</cp:revision>
  <dcterms:created xsi:type="dcterms:W3CDTF">2026-05-07T17:16:02Z</dcterms:created>
  <dcterms:modified xsi:type="dcterms:W3CDTF">2026-05-07T17:16:02Z</dcterms:modified>
</cp:coreProperties>
</file>