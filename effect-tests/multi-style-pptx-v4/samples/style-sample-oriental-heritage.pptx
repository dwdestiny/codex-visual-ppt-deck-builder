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 w="12700">
            <a:solidFill>
              <a:srgbClr val="FAF8F2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ppt-deck-builder/effect-tests/multi-style-pptx-v4/assets/background-oriental-heri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>
              <a:alpha val="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31720" y="41148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91C1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BRAND NARRATIVE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2304288" y="786384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3272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4133088" y="15727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品牌战略解读样张</a:t>
            </a:r>
            <a:endParaRPr lang="en-US" sz="1040" dirty="0"/>
          </a:p>
        </p:txBody>
      </p:sp>
      <p:sp>
        <p:nvSpPr>
          <p:cNvPr id="8" name="Shape 5"/>
          <p:cNvSpPr/>
          <p:nvPr/>
        </p:nvSpPr>
        <p:spPr>
          <a:xfrm>
            <a:off x="2779776" y="1847088"/>
            <a:ext cx="658368" cy="0"/>
          </a:xfrm>
          <a:prstGeom prst="line">
            <a:avLst/>
          </a:prstGeom>
          <a:noFill/>
          <a:ln w="25400">
            <a:solidFill>
              <a:srgbClr val="B91C1C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79776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趋势脉络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779776" y="2542032"/>
            <a:ext cx="3493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新技术落地不是一阵风，而是从器、术、法到组织文化的一次长期演进。</a:t>
            </a:r>
            <a:endParaRPr lang="en-US" sz="1040" dirty="0"/>
          </a:p>
        </p:txBody>
      </p:sp>
      <p:sp>
        <p:nvSpPr>
          <p:cNvPr id="11" name="Shape 8"/>
          <p:cNvSpPr/>
          <p:nvPr/>
        </p:nvSpPr>
        <p:spPr>
          <a:xfrm>
            <a:off x="2798064" y="3346704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62656" y="329184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以器入局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2798064" y="3639312"/>
            <a:ext cx="73152" cy="73152"/>
          </a:xfrm>
          <a:prstGeom prst="ellipse">
            <a:avLst/>
          </a:prstGeom>
          <a:solidFill>
            <a:srgbClr val="17171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62656" y="358444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以术成事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2798064" y="3931920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62656" y="3877056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以法固化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2212848" y="4956048"/>
            <a:ext cx="457200" cy="0"/>
          </a:xfrm>
          <a:prstGeom prst="line">
            <a:avLst/>
          </a:prstGeom>
          <a:noFill/>
          <a:ln w="17780">
            <a:solidFill>
              <a:srgbClr val="B91C1C">
                <a:alpha val="9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12848" y="5084064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器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212848" y="543153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工具入局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3803904" y="4956048"/>
            <a:ext cx="457200" cy="0"/>
          </a:xfrm>
          <a:prstGeom prst="line">
            <a:avLst/>
          </a:prstGeom>
          <a:noFill/>
          <a:ln w="17780">
            <a:solidFill>
              <a:srgbClr val="171717">
                <a:alpha val="9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03904" y="5084064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术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803904" y="543153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流程成事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5394960" y="4956048"/>
            <a:ext cx="457200" cy="0"/>
          </a:xfrm>
          <a:prstGeom prst="line">
            <a:avLst/>
          </a:prstGeom>
          <a:noFill/>
          <a:ln w="17780">
            <a:solidFill>
              <a:srgbClr val="B91C1C">
                <a:alpha val="9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94960" y="5084064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法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394960" y="543153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组织固化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6821424" y="15727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演进四象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547104" y="1865376"/>
            <a:ext cx="3968496" cy="0"/>
          </a:xfrm>
          <a:prstGeom prst="line">
            <a:avLst/>
          </a:prstGeom>
          <a:noFill/>
          <a:ln w="1524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47104" y="4864608"/>
            <a:ext cx="3968496" cy="0"/>
          </a:xfrm>
          <a:prstGeom prst="line">
            <a:avLst/>
          </a:prstGeom>
          <a:noFill/>
          <a:ln w="12700">
            <a:solidFill>
              <a:srgbClr val="A7A7A7">
                <a:alpha val="7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748272" y="4081150"/>
            <a:ext cx="740664" cy="78345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11696" y="4992624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起</a:t>
            </a:r>
            <a:endParaRPr lang="en-US" sz="680" dirty="0"/>
          </a:p>
        </p:txBody>
      </p:sp>
      <p:sp>
        <p:nvSpPr>
          <p:cNvPr id="31" name="Shape 28"/>
          <p:cNvSpPr/>
          <p:nvPr/>
        </p:nvSpPr>
        <p:spPr>
          <a:xfrm>
            <a:off x="7690104" y="3493557"/>
            <a:ext cx="740664" cy="1371051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653528" y="4992624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承</a:t>
            </a:r>
            <a:endParaRPr lang="en-US" sz="680" dirty="0"/>
          </a:p>
        </p:txBody>
      </p:sp>
      <p:sp>
        <p:nvSpPr>
          <p:cNvPr id="33" name="Shape 30"/>
          <p:cNvSpPr/>
          <p:nvPr/>
        </p:nvSpPr>
        <p:spPr>
          <a:xfrm>
            <a:off x="8631936" y="2961924"/>
            <a:ext cx="740664" cy="190268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595360" y="4992624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</a:t>
            </a:r>
            <a:endParaRPr lang="en-US" sz="680" dirty="0"/>
          </a:p>
        </p:txBody>
      </p:sp>
      <p:sp>
        <p:nvSpPr>
          <p:cNvPr id="35" name="Shape 32"/>
          <p:cNvSpPr/>
          <p:nvPr/>
        </p:nvSpPr>
        <p:spPr>
          <a:xfrm>
            <a:off x="9573768" y="2514234"/>
            <a:ext cx="740664" cy="2350374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537192" y="4992624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7680960" y="6254496"/>
            <a:ext cx="475488" cy="0"/>
          </a:xfrm>
          <a:prstGeom prst="line">
            <a:avLst/>
          </a:prstGeom>
          <a:noFill/>
          <a:ln w="19050">
            <a:solidFill>
              <a:srgbClr val="B91C1C">
                <a:alpha val="9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302752" y="616305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39" name="Text 36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B91C1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国潮东方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国潮东方</dc:title>
  <dc:subject>Editable style candidate sample</dc:subject>
  <dc:creator>Codex</dc:creator>
  <cp:lastModifiedBy>Codex</cp:lastModifiedBy>
  <cp:revision>1</cp:revision>
  <dcterms:created xsi:type="dcterms:W3CDTF">2026-05-07T17:16:03Z</dcterms:created>
  <dcterms:modified xsi:type="dcterms:W3CDTF">2026-05-07T17:16:03Z</dcterms:modified>
</cp:coreProperties>
</file>