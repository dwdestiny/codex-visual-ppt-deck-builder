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D"/>
          </a:solidFill>
          <a:ln w="12700">
            <a:solidFill>
              <a:srgbClr val="020B1D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ppt-deck-builder/effect-tests/multi-style-pptx-v4/assets/background-data-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0B1D">
              <a:alpha val="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1148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C72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AI RESEARCH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58368" y="6858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2026 AI 应用趋势调研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94944" y="145389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6C72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行业研究报告样张</a:t>
            </a:r>
            <a:endParaRPr lang="en-US" sz="1020" dirty="0"/>
          </a:p>
        </p:txBody>
      </p:sp>
      <p:sp>
        <p:nvSpPr>
          <p:cNvPr id="8" name="Shape 5"/>
          <p:cNvSpPr/>
          <p:nvPr/>
        </p:nvSpPr>
        <p:spPr>
          <a:xfrm>
            <a:off x="749808" y="1965960"/>
            <a:ext cx="4251960" cy="0"/>
          </a:xfrm>
          <a:prstGeom prst="line">
            <a:avLst/>
          </a:prstGeom>
          <a:noFill/>
          <a:ln w="15240">
            <a:solidFill>
              <a:srgbClr val="6C72FF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关键指标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9808" y="26517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企业采用 AI 的竞争点，正从模型能力转向数据资产、流程嵌入和投入产出监控。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768096" y="3447288"/>
            <a:ext cx="73152" cy="73152"/>
          </a:xfrm>
          <a:prstGeom prst="ellipse">
            <a:avLst/>
          </a:prstGeom>
          <a:solidFill>
            <a:srgbClr val="6C7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339242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试点数量增长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768096" y="3739896"/>
            <a:ext cx="73152" cy="73152"/>
          </a:xfrm>
          <a:prstGeom prst="ellipse">
            <a:avLst/>
          </a:prstGeom>
          <a:solidFill>
            <a:srgbClr val="12C7D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2688" y="36850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复用组件增加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68096" y="4032504"/>
            <a:ext cx="73152" cy="73152"/>
          </a:xfrm>
          <a:prstGeom prst="ellipse">
            <a:avLst/>
          </a:prstGeom>
          <a:solidFill>
            <a:srgbClr val="6C7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32688" y="39776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ROI 口径更严格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49808" y="4983480"/>
            <a:ext cx="530352" cy="0"/>
          </a:xfrm>
          <a:prstGeom prst="line">
            <a:avLst/>
          </a:prstGeom>
          <a:noFill/>
          <a:ln w="25400">
            <a:solidFill>
              <a:srgbClr val="6C72FF">
                <a:alpha val="7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" y="5111496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C72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73%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49808" y="5477256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企业已进入试点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2441448" y="4983480"/>
            <a:ext cx="530352" cy="0"/>
          </a:xfrm>
          <a:prstGeom prst="line">
            <a:avLst/>
          </a:prstGeom>
          <a:noFill/>
          <a:ln w="25400">
            <a:solidFill>
              <a:srgbClr val="12C7D6">
                <a:alpha val="7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441448" y="5111496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C7D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3x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2441448" y="5477256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复用组件增长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4133088" y="4983480"/>
            <a:ext cx="530352" cy="0"/>
          </a:xfrm>
          <a:prstGeom prst="line">
            <a:avLst/>
          </a:prstGeom>
          <a:noFill/>
          <a:ln w="25400">
            <a:solidFill>
              <a:srgbClr val="6C72FF">
                <a:alpha val="78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33088" y="5111496"/>
            <a:ext cx="1545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C72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12月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133088" y="5477256"/>
            <a:ext cx="1545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ROI 复盘周期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6565392" y="13990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92240" y="1947672"/>
            <a:ext cx="4160520" cy="0"/>
          </a:xfrm>
          <a:prstGeom prst="line">
            <a:avLst/>
          </a:prstGeom>
          <a:noFill/>
          <a:ln w="15240">
            <a:solidFill>
              <a:srgbClr val="6C72FF">
                <a:alpha val="65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92240" y="2423160"/>
            <a:ext cx="4160520" cy="0"/>
          </a:xfrm>
          <a:prstGeom prst="line">
            <a:avLst/>
          </a:prstGeom>
          <a:noFill/>
          <a:ln w="8890">
            <a:solidFill>
              <a:srgbClr val="2E6F9E">
                <a:alpha val="22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92240" y="2331720"/>
            <a:ext cx="0" cy="2496312"/>
          </a:xfrm>
          <a:prstGeom prst="line">
            <a:avLst/>
          </a:prstGeom>
          <a:noFill/>
          <a:ln w="6985">
            <a:solidFill>
              <a:srgbClr val="2E6F9E">
                <a:alpha val="16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92240" y="2994660"/>
            <a:ext cx="4160520" cy="0"/>
          </a:xfrm>
          <a:prstGeom prst="line">
            <a:avLst/>
          </a:prstGeom>
          <a:noFill/>
          <a:ln w="8890">
            <a:solidFill>
              <a:srgbClr val="2E6F9E">
                <a:alpha val="22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532370" y="2331720"/>
            <a:ext cx="0" cy="2496312"/>
          </a:xfrm>
          <a:prstGeom prst="line">
            <a:avLst/>
          </a:prstGeom>
          <a:noFill/>
          <a:ln w="6985">
            <a:solidFill>
              <a:srgbClr val="2E6F9E">
                <a:alpha val="16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92240" y="3566160"/>
            <a:ext cx="4160520" cy="0"/>
          </a:xfrm>
          <a:prstGeom prst="line">
            <a:avLst/>
          </a:prstGeom>
          <a:noFill/>
          <a:ln w="8890">
            <a:solidFill>
              <a:srgbClr val="2E6F9E">
                <a:alpha val="22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572500" y="2331720"/>
            <a:ext cx="0" cy="2496312"/>
          </a:xfrm>
          <a:prstGeom prst="line">
            <a:avLst/>
          </a:prstGeom>
          <a:noFill/>
          <a:ln w="6985">
            <a:solidFill>
              <a:srgbClr val="2E6F9E">
                <a:alpha val="16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92240" y="4137660"/>
            <a:ext cx="4160520" cy="0"/>
          </a:xfrm>
          <a:prstGeom prst="line">
            <a:avLst/>
          </a:prstGeom>
          <a:noFill/>
          <a:ln w="8890">
            <a:solidFill>
              <a:srgbClr val="2E6F9E">
                <a:alpha val="22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612630" y="2331720"/>
            <a:ext cx="0" cy="2496312"/>
          </a:xfrm>
          <a:prstGeom prst="line">
            <a:avLst/>
          </a:prstGeom>
          <a:noFill/>
          <a:ln w="6985">
            <a:solidFill>
              <a:srgbClr val="2E6F9E">
                <a:alpha val="16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92240" y="4882896"/>
            <a:ext cx="4160520" cy="0"/>
          </a:xfrm>
          <a:prstGeom prst="line">
            <a:avLst/>
          </a:prstGeom>
          <a:noFill/>
          <a:ln w="12700">
            <a:solidFill>
              <a:srgbClr val="2E6F9E">
                <a:alpha val="7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665976" y="4007907"/>
            <a:ext cx="843534" cy="874989"/>
          </a:xfrm>
          <a:prstGeom prst="rect">
            <a:avLst/>
          </a:prstGeom>
          <a:solidFill>
            <a:srgbClr val="6C72FF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693408" y="4035339"/>
            <a:ext cx="788670" cy="847557"/>
          </a:xfrm>
          <a:prstGeom prst="rect">
            <a:avLst/>
          </a:prstGeom>
          <a:solidFill>
            <a:srgbClr val="6C72FF"/>
          </a:solidFill>
          <a:ln w="12700">
            <a:solidFill>
              <a:srgbClr val="6C72FF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56832" y="5010912"/>
            <a:ext cx="8618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采纳</a:t>
            </a:r>
            <a:endParaRPr lang="en-US" sz="680" dirty="0"/>
          </a:p>
        </p:txBody>
      </p:sp>
      <p:sp>
        <p:nvSpPr>
          <p:cNvPr id="40" name="Shape 37"/>
          <p:cNvSpPr/>
          <p:nvPr/>
        </p:nvSpPr>
        <p:spPr>
          <a:xfrm>
            <a:off x="7655814" y="3379074"/>
            <a:ext cx="843534" cy="1503822"/>
          </a:xfrm>
          <a:prstGeom prst="rect">
            <a:avLst/>
          </a:prstGeom>
          <a:solidFill>
            <a:srgbClr val="12C7D6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683246" y="3406506"/>
            <a:ext cx="788670" cy="1476390"/>
          </a:xfrm>
          <a:prstGeom prst="rect">
            <a:avLst/>
          </a:prstGeom>
          <a:solidFill>
            <a:srgbClr val="12C7D6"/>
          </a:solidFill>
          <a:ln w="12700">
            <a:solidFill>
              <a:srgbClr val="12C7D6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46670" y="5010912"/>
            <a:ext cx="8618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复用</a:t>
            </a:r>
            <a:endParaRPr lang="en-US" sz="680" dirty="0"/>
          </a:p>
        </p:txBody>
      </p:sp>
      <p:sp>
        <p:nvSpPr>
          <p:cNvPr id="43" name="Shape 40"/>
          <p:cNvSpPr/>
          <p:nvPr/>
        </p:nvSpPr>
        <p:spPr>
          <a:xfrm>
            <a:off x="8645652" y="2914284"/>
            <a:ext cx="843534" cy="1968612"/>
          </a:xfrm>
          <a:prstGeom prst="rect">
            <a:avLst/>
          </a:prstGeom>
          <a:solidFill>
            <a:srgbClr val="6C72FF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673084" y="2941716"/>
            <a:ext cx="788670" cy="1941180"/>
          </a:xfrm>
          <a:prstGeom prst="rect">
            <a:avLst/>
          </a:prstGeom>
          <a:solidFill>
            <a:srgbClr val="6C72FF"/>
          </a:solidFill>
          <a:ln w="12700">
            <a:solidFill>
              <a:srgbClr val="6C72FF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636508" y="5010912"/>
            <a:ext cx="8618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</a:t>
            </a:r>
            <a:endParaRPr lang="en-US" sz="680" dirty="0"/>
          </a:p>
        </p:txBody>
      </p:sp>
      <p:sp>
        <p:nvSpPr>
          <p:cNvPr id="46" name="Shape 43"/>
          <p:cNvSpPr/>
          <p:nvPr/>
        </p:nvSpPr>
        <p:spPr>
          <a:xfrm>
            <a:off x="9635490" y="2449495"/>
            <a:ext cx="843534" cy="2433401"/>
          </a:xfrm>
          <a:prstGeom prst="rect">
            <a:avLst/>
          </a:prstGeom>
          <a:solidFill>
            <a:srgbClr val="12C7D6">
              <a:alpha val="2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662922" y="2476927"/>
            <a:ext cx="788670" cy="2405969"/>
          </a:xfrm>
          <a:prstGeom prst="rect">
            <a:avLst/>
          </a:prstGeom>
          <a:solidFill>
            <a:srgbClr val="12C7D6"/>
          </a:solidFill>
          <a:ln w="12700">
            <a:solidFill>
              <a:srgbClr val="12C7D6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626346" y="5010912"/>
            <a:ext cx="8618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</a:t>
            </a:r>
            <a:endParaRPr lang="en-US" sz="680" dirty="0"/>
          </a:p>
        </p:txBody>
      </p:sp>
      <p:sp>
        <p:nvSpPr>
          <p:cNvPr id="49" name="Shape 46"/>
          <p:cNvSpPr/>
          <p:nvPr/>
        </p:nvSpPr>
        <p:spPr>
          <a:xfrm>
            <a:off x="7042023" y="3953043"/>
            <a:ext cx="91440" cy="91440"/>
          </a:xfrm>
          <a:prstGeom prst="ellipse">
            <a:avLst/>
          </a:prstGeom>
          <a:solidFill>
            <a:srgbClr val="12C7D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031861" y="3324210"/>
            <a:ext cx="91440" cy="91440"/>
          </a:xfrm>
          <a:prstGeom prst="ellipse">
            <a:avLst/>
          </a:prstGeom>
          <a:solidFill>
            <a:srgbClr val="12C7D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021699" y="2859420"/>
            <a:ext cx="91440" cy="91440"/>
          </a:xfrm>
          <a:prstGeom prst="ellipse">
            <a:avLst/>
          </a:prstGeom>
          <a:solidFill>
            <a:srgbClr val="12C7D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011537" y="2394631"/>
            <a:ext cx="91440" cy="91440"/>
          </a:xfrm>
          <a:prstGeom prst="ellipse">
            <a:avLst/>
          </a:prstGeom>
          <a:solidFill>
            <a:srgbClr val="12C7D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087743" y="3998763"/>
            <a:ext cx="989838" cy="-628833"/>
          </a:xfrm>
          <a:prstGeom prst="line">
            <a:avLst/>
          </a:prstGeom>
          <a:noFill/>
          <a:ln w="17780">
            <a:solidFill>
              <a:srgbClr val="12C7D6">
                <a:alpha val="8200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077581" y="3369930"/>
            <a:ext cx="989838" cy="-464790"/>
          </a:xfrm>
          <a:prstGeom prst="line">
            <a:avLst/>
          </a:prstGeom>
          <a:noFill/>
          <a:ln w="17780">
            <a:solidFill>
              <a:srgbClr val="12C7D6">
                <a:alpha val="8200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067419" y="2905140"/>
            <a:ext cx="989838" cy="-464790"/>
          </a:xfrm>
          <a:prstGeom prst="line">
            <a:avLst/>
          </a:prstGeom>
          <a:noFill/>
          <a:ln w="17780">
            <a:solidFill>
              <a:srgbClr val="12C7D6">
                <a:alpha val="8200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49808" y="6254496"/>
            <a:ext cx="475488" cy="0"/>
          </a:xfrm>
          <a:prstGeom prst="line">
            <a:avLst/>
          </a:prstGeom>
          <a:noFill/>
          <a:ln w="19050">
            <a:solidFill>
              <a:srgbClr val="6C72FF">
                <a:alpha val="90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371600" y="6163056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58" name="Text 55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C72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数据分析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数据分析</dc:title>
  <dc:subject>Editable style candidate sample</dc:subject>
  <dc:creator>Codex</dc:creator>
  <cp:lastModifiedBy>Codex</cp:lastModifiedBy>
  <cp:revision>1</cp:revision>
  <dcterms:created xsi:type="dcterms:W3CDTF">2026-05-07T17:16:02Z</dcterms:created>
  <dcterms:modified xsi:type="dcterms:W3CDTF">2026-05-07T17:16:02Z</dcterms:modified>
</cp:coreProperties>
</file>