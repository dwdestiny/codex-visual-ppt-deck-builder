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multi-style-pptx-v4/assets/background-saas-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2064" y="676656"/>
            <a:ext cx="384048" cy="0"/>
          </a:xfrm>
          <a:prstGeom prst="line">
            <a:avLst/>
          </a:prstGeom>
          <a:noFill/>
          <a:ln w="17780">
            <a:solidFill>
              <a:srgbClr val="2563EB">
                <a:alpha val="9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985248" y="557784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168128" y="557784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023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PRODUCT STRATEGY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8368" y="74980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94944" y="14813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产品增长方案样张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768096" y="1938528"/>
            <a:ext cx="416052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产品价值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768096" y="262432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SaaS 型 AI 产品要把能力说成用户可感知的流程收益，而不是堆模型参数和功能清单。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86384" y="34198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976" y="33649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缩短上手路径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86384" y="371246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" y="365760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提高协作效率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86384" y="40050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" y="395020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沉淀复用资产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768096" y="4983480"/>
            <a:ext cx="530352" cy="0"/>
          </a:xfrm>
          <a:prstGeom prst="line">
            <a:avLst/>
          </a:prstGeom>
          <a:noFill/>
          <a:ln w="25400">
            <a:solidFill>
              <a:srgbClr val="2563EB">
                <a:alpha val="7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" y="5111496"/>
            <a:ext cx="1560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8096" y="5477256"/>
            <a:ext cx="1560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激活提升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2474976" y="4983480"/>
            <a:ext cx="530352" cy="0"/>
          </a:xfrm>
          <a:prstGeom prst="line">
            <a:avLst/>
          </a:prstGeom>
          <a:noFill/>
          <a:ln w="25400">
            <a:solidFill>
              <a:srgbClr val="22C55E">
                <a:alpha val="7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74976" y="5111496"/>
            <a:ext cx="1560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7天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2474976" y="5477256"/>
            <a:ext cx="1560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上手周期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4181856" y="4983480"/>
            <a:ext cx="530352" cy="0"/>
          </a:xfrm>
          <a:prstGeom prst="line">
            <a:avLst/>
          </a:prstGeom>
          <a:noFill/>
          <a:ln w="25400">
            <a:solidFill>
              <a:srgbClr val="2563EB">
                <a:alpha val="78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81856" y="5111496"/>
            <a:ext cx="1560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181856" y="5477256"/>
            <a:ext cx="1560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功能复用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6583680" y="15544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增长路径</a:t>
            </a:r>
            <a:endParaRPr lang="en-US" sz="1280" dirty="0"/>
          </a:p>
        </p:txBody>
      </p:sp>
      <p:sp>
        <p:nvSpPr>
          <p:cNvPr id="30" name="Shape 27"/>
          <p:cNvSpPr/>
          <p:nvPr/>
        </p:nvSpPr>
        <p:spPr>
          <a:xfrm>
            <a:off x="6419088" y="1810512"/>
            <a:ext cx="393192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40296" y="4809744"/>
            <a:ext cx="963168" cy="-384048"/>
          </a:xfrm>
          <a:prstGeom prst="line">
            <a:avLst/>
          </a:prstGeom>
          <a:noFill/>
          <a:ln w="17780">
            <a:solidFill>
              <a:srgbClr val="2563EB">
                <a:alpha val="76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58584" y="4910328"/>
            <a:ext cx="871728" cy="-384048"/>
          </a:xfrm>
          <a:prstGeom prst="line">
            <a:avLst/>
          </a:prstGeom>
          <a:noFill/>
          <a:ln w="10160">
            <a:solidFill>
              <a:srgbClr val="22C55E">
                <a:alpha val="42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39128" y="4700016"/>
            <a:ext cx="237744" cy="23774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03136" y="4764024"/>
            <a:ext cx="109728" cy="109728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665976" y="4718304"/>
            <a:ext cx="64008" cy="64008"/>
          </a:xfrm>
          <a:prstGeom prst="ellipse">
            <a:avLst/>
          </a:prstGeom>
          <a:solidFill>
            <a:srgbClr val="2563EB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20840" y="5084064"/>
            <a:ext cx="566928" cy="91440"/>
          </a:xfrm>
          <a:prstGeom prst="rect">
            <a:avLst/>
          </a:prstGeom>
          <a:solidFill>
            <a:srgbClr val="2563EB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74536" y="52303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访问</a:t>
            </a:r>
            <a:endParaRPr lang="en-US" sz="660" dirty="0"/>
          </a:p>
        </p:txBody>
      </p:sp>
      <p:sp>
        <p:nvSpPr>
          <p:cNvPr id="38" name="Shape 35"/>
          <p:cNvSpPr/>
          <p:nvPr/>
        </p:nvSpPr>
        <p:spPr>
          <a:xfrm>
            <a:off x="7976616" y="4425696"/>
            <a:ext cx="963168" cy="-384048"/>
          </a:xfrm>
          <a:prstGeom prst="line">
            <a:avLst/>
          </a:prstGeom>
          <a:noFill/>
          <a:ln w="17780">
            <a:solidFill>
              <a:srgbClr val="2563EB">
                <a:alpha val="76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994904" y="4526280"/>
            <a:ext cx="871728" cy="-384048"/>
          </a:xfrm>
          <a:prstGeom prst="line">
            <a:avLst/>
          </a:prstGeom>
          <a:noFill/>
          <a:ln w="10160">
            <a:solidFill>
              <a:srgbClr val="22C55E">
                <a:alpha val="42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775448" y="4315968"/>
            <a:ext cx="237744" cy="237744"/>
          </a:xfrm>
          <a:prstGeom prst="ellipse">
            <a:avLst/>
          </a:prstGeom>
          <a:solidFill>
            <a:srgbClr val="22C55E"/>
          </a:solidFill>
          <a:ln w="1016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839456" y="4379976"/>
            <a:ext cx="109728" cy="109728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702296" y="4334256"/>
            <a:ext cx="64008" cy="64008"/>
          </a:xfrm>
          <a:prstGeom prst="ellipse">
            <a:avLst/>
          </a:prstGeom>
          <a:solidFill>
            <a:srgbClr val="22C55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57160" y="4700016"/>
            <a:ext cx="713232" cy="91440"/>
          </a:xfrm>
          <a:prstGeom prst="rect">
            <a:avLst/>
          </a:prstGeom>
          <a:solidFill>
            <a:srgbClr val="22C55E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10856" y="48463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激活</a:t>
            </a:r>
            <a:endParaRPr lang="en-US" sz="660" dirty="0"/>
          </a:p>
        </p:txBody>
      </p:sp>
      <p:sp>
        <p:nvSpPr>
          <p:cNvPr id="45" name="Shape 42"/>
          <p:cNvSpPr/>
          <p:nvPr/>
        </p:nvSpPr>
        <p:spPr>
          <a:xfrm>
            <a:off x="9012936" y="4041648"/>
            <a:ext cx="963168" cy="-384048"/>
          </a:xfrm>
          <a:prstGeom prst="line">
            <a:avLst/>
          </a:prstGeom>
          <a:noFill/>
          <a:ln w="17780">
            <a:solidFill>
              <a:srgbClr val="2563EB">
                <a:alpha val="76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031224" y="4142232"/>
            <a:ext cx="871728" cy="-384048"/>
          </a:xfrm>
          <a:prstGeom prst="line">
            <a:avLst/>
          </a:prstGeom>
          <a:noFill/>
          <a:ln w="10160">
            <a:solidFill>
              <a:srgbClr val="22C55E">
                <a:alpha val="42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811768" y="3931920"/>
            <a:ext cx="237744" cy="23774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875776" y="3995928"/>
            <a:ext cx="109728" cy="109728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738616" y="3950208"/>
            <a:ext cx="64008" cy="64008"/>
          </a:xfrm>
          <a:prstGeom prst="ellipse">
            <a:avLst/>
          </a:prstGeom>
          <a:solidFill>
            <a:srgbClr val="2563EB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793480" y="4315968"/>
            <a:ext cx="859536" cy="91440"/>
          </a:xfrm>
          <a:prstGeom prst="rect">
            <a:avLst/>
          </a:prstGeom>
          <a:solidFill>
            <a:srgbClr val="2563EB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647176" y="44622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留存</a:t>
            </a:r>
            <a:endParaRPr lang="en-US" sz="660" dirty="0"/>
          </a:p>
        </p:txBody>
      </p:sp>
      <p:sp>
        <p:nvSpPr>
          <p:cNvPr id="52" name="Shape 49"/>
          <p:cNvSpPr/>
          <p:nvPr/>
        </p:nvSpPr>
        <p:spPr>
          <a:xfrm>
            <a:off x="9848088" y="3547872"/>
            <a:ext cx="237744" cy="237744"/>
          </a:xfrm>
          <a:prstGeom prst="ellipse">
            <a:avLst/>
          </a:prstGeom>
          <a:solidFill>
            <a:srgbClr val="22C55E"/>
          </a:solidFill>
          <a:ln w="1016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912096" y="3611880"/>
            <a:ext cx="109728" cy="109728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774936" y="3566160"/>
            <a:ext cx="64008" cy="64008"/>
          </a:xfrm>
          <a:prstGeom prst="ellipse">
            <a:avLst/>
          </a:prstGeom>
          <a:solidFill>
            <a:srgbClr val="22C55E">
              <a:alpha val="3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829800" y="3931920"/>
            <a:ext cx="1005840" cy="91440"/>
          </a:xfrm>
          <a:prstGeom prst="rect">
            <a:avLst/>
          </a:prstGeom>
          <a:solidFill>
            <a:srgbClr val="22C55E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683496" y="40782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</a:t>
            </a:r>
            <a:endParaRPr lang="en-US" sz="660" dirty="0"/>
          </a:p>
        </p:txBody>
      </p:sp>
      <p:sp>
        <p:nvSpPr>
          <p:cNvPr id="57" name="Shape 54"/>
          <p:cNvSpPr/>
          <p:nvPr/>
        </p:nvSpPr>
        <p:spPr>
          <a:xfrm>
            <a:off x="768096" y="6254496"/>
            <a:ext cx="475488" cy="0"/>
          </a:xfrm>
          <a:prstGeom prst="line">
            <a:avLst/>
          </a:prstGeom>
          <a:noFill/>
          <a:ln w="19050">
            <a:solidFill>
              <a:srgbClr val="2563EB">
                <a:alpha val="9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89888" y="616305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59" name="Text 56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SaaS 产品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SaaS 产品</dc:title>
  <dc:subject>Editable style candidate sample</dc:subject>
  <dc:creator>Codex</dc:creator>
  <cp:lastModifiedBy>Codex</cp:lastModifiedBy>
  <cp:revision>1</cp:revision>
  <dcterms:created xsi:type="dcterms:W3CDTF">2026-05-07T17:16:04Z</dcterms:created>
  <dcterms:modified xsi:type="dcterms:W3CDTF">2026-05-07T17:16:04Z</dcterms:modified>
</cp:coreProperties>
</file>