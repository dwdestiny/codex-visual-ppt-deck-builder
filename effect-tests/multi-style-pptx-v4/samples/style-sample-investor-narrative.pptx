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ppt-deck-builder/effect-tests/multi-style-pptx-v4/assets/background-investor-narr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6656" y="1719072"/>
            <a:ext cx="1170432" cy="0"/>
          </a:xfrm>
          <a:prstGeom prst="line">
            <a:avLst/>
          </a:prstGeom>
          <a:noFill/>
          <a:ln w="16510">
            <a:solidFill>
              <a:srgbClr val="F6C85F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07408" y="4023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8111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INVESTOR EDITION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407408" y="731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4425696" y="1444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81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融资路演样张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4407408" y="1901952"/>
            <a:ext cx="2743200" cy="0"/>
          </a:xfrm>
          <a:prstGeom prst="line">
            <a:avLst/>
          </a:prstGeom>
          <a:noFill/>
          <a:ln w="15240">
            <a:solidFill>
              <a:srgbClr val="F6C85F">
                <a:alpha val="8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07408" y="2176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增长逻辑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4407408" y="2670048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投资人需要看到的不只是市场热度，而是需求强度、增长路径、商业模式和团队执行节奏。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4425696" y="3438144"/>
            <a:ext cx="73152" cy="73152"/>
          </a:xfrm>
          <a:prstGeom prst="ellipse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33832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市场窗口明确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425696" y="3730752"/>
            <a:ext cx="73152" cy="73152"/>
          </a:xfrm>
          <a:prstGeom prst="ellipse">
            <a:avLst/>
          </a:prstGeom>
          <a:solidFill>
            <a:srgbClr val="F6C8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0288" y="36758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增长路径可验证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425696" y="4023360"/>
            <a:ext cx="73152" cy="73152"/>
          </a:xfrm>
          <a:prstGeom prst="ellipse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90288" y="39684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商业化节奏清晰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407408" y="4992624"/>
            <a:ext cx="530352" cy="0"/>
          </a:xfrm>
          <a:prstGeom prst="line">
            <a:avLst/>
          </a:prstGeom>
          <a:noFill/>
          <a:ln w="25400">
            <a:solidFill>
              <a:srgbClr val="F6C85F">
                <a:alpha val="9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07408" y="512064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6C85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$1.2B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4407408" y="548640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E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目标市场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705856" y="4992624"/>
            <a:ext cx="530352" cy="0"/>
          </a:xfrm>
          <a:prstGeom prst="line">
            <a:avLst/>
          </a:prstGeom>
          <a:noFill/>
          <a:ln w="25400">
            <a:solidFill>
              <a:srgbClr val="F6C85F">
                <a:alpha val="9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05856" y="512064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6C85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18月</a:t>
            </a:r>
            <a:endParaRPr lang="en-US" sz="1850" dirty="0"/>
          </a:p>
        </p:txBody>
      </p:sp>
      <p:sp>
        <p:nvSpPr>
          <p:cNvPr id="23" name="Text 20"/>
          <p:cNvSpPr/>
          <p:nvPr/>
        </p:nvSpPr>
        <p:spPr>
          <a:xfrm>
            <a:off x="5705856" y="548640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E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扩张窗口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004304" y="4992624"/>
            <a:ext cx="530352" cy="0"/>
          </a:xfrm>
          <a:prstGeom prst="line">
            <a:avLst/>
          </a:prstGeom>
          <a:noFill/>
          <a:ln w="25400">
            <a:solidFill>
              <a:srgbClr val="F6C85F">
                <a:alpha val="9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04304" y="512064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6C85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4x</a:t>
            </a:r>
            <a:endParaRPr lang="en-US" sz="1850" dirty="0"/>
          </a:p>
        </p:txBody>
      </p:sp>
      <p:sp>
        <p:nvSpPr>
          <p:cNvPr id="26" name="Text 23"/>
          <p:cNvSpPr/>
          <p:nvPr/>
        </p:nvSpPr>
        <p:spPr>
          <a:xfrm>
            <a:off x="7004304" y="548640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E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收入杠杆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699248" y="1572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增长故事</a:t>
            </a:r>
            <a:endParaRPr lang="en-US" sz="1240" dirty="0"/>
          </a:p>
        </p:txBody>
      </p:sp>
      <p:sp>
        <p:nvSpPr>
          <p:cNvPr id="28" name="Shape 25"/>
          <p:cNvSpPr/>
          <p:nvPr/>
        </p:nvSpPr>
        <p:spPr>
          <a:xfrm>
            <a:off x="7461504" y="1773936"/>
            <a:ext cx="3639312" cy="0"/>
          </a:xfrm>
          <a:prstGeom prst="line">
            <a:avLst/>
          </a:prstGeom>
          <a:noFill/>
          <a:ln w="15240">
            <a:solidFill>
              <a:srgbClr val="F6C85F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61504" y="2194560"/>
            <a:ext cx="0" cy="2670048"/>
          </a:xfrm>
          <a:prstGeom prst="line">
            <a:avLst/>
          </a:prstGeom>
          <a:noFill/>
          <a:ln w="8890">
            <a:solidFill>
              <a:srgbClr val="08111F">
                <a:alpha val="18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71332" y="2194560"/>
            <a:ext cx="0" cy="2670048"/>
          </a:xfrm>
          <a:prstGeom prst="line">
            <a:avLst/>
          </a:prstGeom>
          <a:noFill/>
          <a:ln w="8890">
            <a:solidFill>
              <a:srgbClr val="08111F">
                <a:alpha val="18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281160" y="2194560"/>
            <a:ext cx="0" cy="2670048"/>
          </a:xfrm>
          <a:prstGeom prst="line">
            <a:avLst/>
          </a:prstGeom>
          <a:noFill/>
          <a:ln w="8890">
            <a:solidFill>
              <a:srgbClr val="08111F">
                <a:alpha val="18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190988" y="2194560"/>
            <a:ext cx="0" cy="2670048"/>
          </a:xfrm>
          <a:prstGeom prst="line">
            <a:avLst/>
          </a:prstGeom>
          <a:noFill/>
          <a:ln w="8890">
            <a:solidFill>
              <a:srgbClr val="08111F">
                <a:alpha val="18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598664" y="4901184"/>
            <a:ext cx="777240" cy="-393192"/>
          </a:xfrm>
          <a:prstGeom prst="line">
            <a:avLst/>
          </a:prstGeom>
          <a:noFill/>
          <a:ln w="22860">
            <a:solidFill>
              <a:srgbClr val="08111F">
                <a:alpha val="94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75904" y="4507992"/>
            <a:ext cx="658368" cy="-576072"/>
          </a:xfrm>
          <a:prstGeom prst="line">
            <a:avLst/>
          </a:prstGeom>
          <a:noFill/>
          <a:ln w="22860">
            <a:solidFill>
              <a:srgbClr val="08111F">
                <a:alpha val="94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034272" y="3931920"/>
            <a:ext cx="822960" cy="-548640"/>
          </a:xfrm>
          <a:prstGeom prst="line">
            <a:avLst/>
          </a:prstGeom>
          <a:noFill/>
          <a:ln w="22860">
            <a:solidFill>
              <a:srgbClr val="08111F">
                <a:alpha val="94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857232" y="3383280"/>
            <a:ext cx="786384" cy="-640080"/>
          </a:xfrm>
          <a:prstGeom prst="line">
            <a:avLst/>
          </a:prstGeom>
          <a:noFill/>
          <a:ln w="22860">
            <a:solidFill>
              <a:srgbClr val="08111F">
                <a:alpha val="94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643616" y="2743200"/>
            <a:ext cx="237744" cy="-201168"/>
          </a:xfrm>
          <a:prstGeom prst="line">
            <a:avLst/>
          </a:prstGeom>
          <a:noFill/>
          <a:ln w="22860">
            <a:solidFill>
              <a:srgbClr val="08111F">
                <a:alpha val="94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321040" y="4453128"/>
            <a:ext cx="109728" cy="109728"/>
          </a:xfrm>
          <a:prstGeom prst="ellipse">
            <a:avLst/>
          </a:prstGeom>
          <a:solidFill>
            <a:srgbClr val="08111F"/>
          </a:solidFill>
          <a:ln w="6350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75904" y="4599432"/>
            <a:ext cx="0" cy="384048"/>
          </a:xfrm>
          <a:prstGeom prst="line">
            <a:avLst/>
          </a:prstGeom>
          <a:noFill/>
          <a:ln w="10160">
            <a:solidFill>
              <a:srgbClr val="08111F">
                <a:alpha val="56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83296" y="50017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</a:t>
            </a:r>
            <a:endParaRPr lang="en-US" sz="660" dirty="0"/>
          </a:p>
        </p:txBody>
      </p:sp>
      <p:sp>
        <p:nvSpPr>
          <p:cNvPr id="41" name="Shape 38"/>
          <p:cNvSpPr/>
          <p:nvPr/>
        </p:nvSpPr>
        <p:spPr>
          <a:xfrm>
            <a:off x="8979408" y="3877056"/>
            <a:ext cx="109728" cy="109728"/>
          </a:xfrm>
          <a:prstGeom prst="ellipse">
            <a:avLst/>
          </a:prstGeom>
          <a:solidFill>
            <a:srgbClr val="08111F"/>
          </a:solidFill>
          <a:ln w="6350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034272" y="4023360"/>
            <a:ext cx="0" cy="384048"/>
          </a:xfrm>
          <a:prstGeom prst="line">
            <a:avLst/>
          </a:prstGeom>
          <a:noFill/>
          <a:ln w="10160">
            <a:solidFill>
              <a:srgbClr val="08111F">
                <a:alpha val="56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741664" y="44256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</a:t>
            </a:r>
            <a:endParaRPr lang="en-US" sz="660" dirty="0"/>
          </a:p>
        </p:txBody>
      </p:sp>
      <p:sp>
        <p:nvSpPr>
          <p:cNvPr id="44" name="Shape 41"/>
          <p:cNvSpPr/>
          <p:nvPr/>
        </p:nvSpPr>
        <p:spPr>
          <a:xfrm>
            <a:off x="9802368" y="3328416"/>
            <a:ext cx="109728" cy="109728"/>
          </a:xfrm>
          <a:prstGeom prst="ellipse">
            <a:avLst/>
          </a:prstGeom>
          <a:solidFill>
            <a:srgbClr val="08111F"/>
          </a:solidFill>
          <a:ln w="6350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857232" y="3474720"/>
            <a:ext cx="0" cy="384048"/>
          </a:xfrm>
          <a:prstGeom prst="line">
            <a:avLst/>
          </a:prstGeom>
          <a:noFill/>
          <a:ln w="10160">
            <a:solidFill>
              <a:srgbClr val="08111F">
                <a:alpha val="56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564624" y="38770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收入</a:t>
            </a:r>
            <a:endParaRPr lang="en-US" sz="660" dirty="0"/>
          </a:p>
        </p:txBody>
      </p:sp>
      <p:sp>
        <p:nvSpPr>
          <p:cNvPr id="47" name="Shape 44"/>
          <p:cNvSpPr/>
          <p:nvPr/>
        </p:nvSpPr>
        <p:spPr>
          <a:xfrm>
            <a:off x="10588752" y="2688336"/>
            <a:ext cx="109728" cy="109728"/>
          </a:xfrm>
          <a:prstGeom prst="ellipse">
            <a:avLst/>
          </a:prstGeom>
          <a:solidFill>
            <a:srgbClr val="08111F"/>
          </a:solidFill>
          <a:ln w="6350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643616" y="2834640"/>
            <a:ext cx="0" cy="384048"/>
          </a:xfrm>
          <a:prstGeom prst="line">
            <a:avLst/>
          </a:prstGeom>
          <a:noFill/>
          <a:ln w="10160">
            <a:solidFill>
              <a:srgbClr val="08111F">
                <a:alpha val="56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351008" y="32369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</a:t>
            </a:r>
            <a:endParaRPr lang="en-US" sz="660" dirty="0"/>
          </a:p>
        </p:txBody>
      </p:sp>
      <p:sp>
        <p:nvSpPr>
          <p:cNvPr id="50" name="Shape 47"/>
          <p:cNvSpPr/>
          <p:nvPr/>
        </p:nvSpPr>
        <p:spPr>
          <a:xfrm>
            <a:off x="8046720" y="6254496"/>
            <a:ext cx="475488" cy="0"/>
          </a:xfrm>
          <a:prstGeom prst="line">
            <a:avLst/>
          </a:prstGeom>
          <a:noFill/>
          <a:ln w="19050">
            <a:solidFill>
              <a:srgbClr val="08111F">
                <a:alpha val="9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668512" y="61630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52" name="Text 49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08111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投资人叙事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投资人叙事</dc:title>
  <dc:subject>Editable style candidate sample</dc:subject>
  <dc:creator>Codex</dc:creator>
  <cp:lastModifiedBy>Codex</cp:lastModifiedBy>
  <cp:revision>1</cp:revision>
  <dcterms:created xsi:type="dcterms:W3CDTF">2026-05-07T17:16:05Z</dcterms:created>
  <dcterms:modified xsi:type="dcterms:W3CDTF">2026-05-07T17:16:05Z</dcterms:modified>
</cp:coreProperties>
</file>